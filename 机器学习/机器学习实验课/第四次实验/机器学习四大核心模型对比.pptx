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756" y="5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31.05.2026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大家好，今天我们来快速对比一下机器学习中四种非常核心的模型：聚类、决策树、逻辑回归和神经网络。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首先看左边的对比矩阵。聚类是无监督学习，它帮我们从数据中发现未知的模式，比如给客户分群。而决策树、逻辑回归和神经网络都是有监督学习，需要带标签的数据进行训练。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决策树模型非常直观，像一棵判断树，易于理解和解释。逻辑回归则是一个简单高效的模型，特别适合处理二分类问题，并能给出概率输出。神经网络则代表了更前沿的深度学习，它通过多层网络结构，能够学习非常复杂的非线性特征，在图像、语音等领域取得了巨大成功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在应用领域上，聚类用于发现，决策树用于解释，逻辑回归是高效的基线模型，而神经网络则是处理复杂问题的利器。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看右边这个有趣的专题：为什么说逻辑回归是一个极简的神经网络？大家看这个示意图，一个完整的神经网络有输入层、隐藏层和输出层。而逻辑回归的结构，可以看作是只有输入层和输出层，并且输出层使用了Sigmoid激活函数。它缺少了能够学习复杂特征的隐藏层。所以，我们可以把逻辑回归理解为神经网络的“Hello World”版本，它包含了神经网络的核心思想，但结构最为简单。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机器学习四大核心模型对比：聚类、决策树、逻辑回归与神经网络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581187"/>
              </p:ext>
            </p:extLst>
          </p:nvPr>
        </p:nvGraphicFramePr>
        <p:xfrm>
          <a:off x="381000" y="1238250"/>
          <a:ext cx="9652000" cy="546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特性维度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聚类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决策树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逻辑回归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神经网络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学习类型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无监督学习</a:t>
                      </a:r>
                      <a:b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(数据无标签)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监督学习</a:t>
                      </a:r>
                      <a:b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(需标签数据训练)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监督学习</a:t>
                      </a:r>
                      <a:b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(处理二分类问题)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监督学习(主流)</a:t>
                      </a:r>
                      <a:b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也可用于无监督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核心思想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基于数据相似度，将相似样本归为一类，挖掘内在结构。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递归划分数据集，生成树状决策规则，模拟人类判断逻辑。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用Sigmoid函数映射线性输出至[0,1]，预测事件发生概率。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200" b="0" i="0" u="none" strike="noStrike" dirty="0" err="1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模仿人脑神经元连接，通过多层非线性变换学习复杂特征</a:t>
                      </a:r>
                      <a:r>
                        <a:rPr lang="en-US" sz="1200" b="0" i="0" u="none" strike="noStrike" dirty="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。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模型特点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探索性强，无需先验知识；结果直观但受距离度量影响大。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可解释性极佳，能处理混合数据；易过拟合，需剪枝优化。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简单高效、训练快，输出概率可解释；难以拟合非线性边界。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拟合能力极强，自动提取特征；黑盒模型，计算资源消耗大。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典型应用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客户分群、异常检测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医疗诊断、信贷风控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疾病预测、垃圾邮件识别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200" b="0" i="0" u="none" strike="noStrike" dirty="0" err="1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图像识别、自然语言处理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10414000" y="2540000"/>
            <a:ext cx="127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逻辑回归</a:t>
            </a:r>
            <a:r>
              <a:rPr lang="en-US" sz="18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——</a:t>
            </a:r>
            <a:r>
              <a:rPr lang="en-US" sz="18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一个极简的神经网络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</Words>
  <Application>Microsoft Office PowerPoint</Application>
  <PresentationFormat>宽屏</PresentationFormat>
  <Paragraphs>34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Noto Sans SC</vt:lpstr>
      <vt:lpstr>Arial</vt:lpstr>
      <vt:lpstr>Office 主题​​</vt:lpstr>
      <vt:lpstr>默认主题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翊 王</cp:lastModifiedBy>
  <cp:revision>1</cp:revision>
  <dcterms:modified xsi:type="dcterms:W3CDTF">2026-05-31T10:28:38Z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{"Label":"1","ContentProducer":"001191110102MACQD9K64010000","ProduceID":"7645994026510306246","ReservedCode1":"","ContentPropagator":"","PropagateID":"","ReservedCode2":""}</vt:lpwstr>
  </property>
</Properties>
</file>