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  <p:sldMasterId id="2147483686" r:id="rId4"/>
  </p:sldMasterIdLst>
  <p:notesMasterIdLst>
    <p:notesMasterId r:id="rId7"/>
  </p:notesMasterIdLst>
  <p:sldIdLst>
    <p:sldId id="258" r:id="rId5"/>
    <p:sldId id="261" r:id="rId6"/>
    <p:sldId id="264" r:id="rId8"/>
    <p:sldId id="268" r:id="rId9"/>
    <p:sldId id="269" r:id="rId10"/>
    <p:sldId id="266" r:id="rId11"/>
    <p:sldId id="272" r:id="rId12"/>
    <p:sldId id="273" r:id="rId13"/>
    <p:sldId id="274" r:id="rId14"/>
    <p:sldId id="275" r:id="rId15"/>
    <p:sldId id="276" r:id="rId16"/>
    <p:sldId id="277" r:id="rId17"/>
    <p:sldId id="281" r:id="rId18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幸全" initials="幸全" lastIdx="1" clrIdx="0"/>
  <p:cmAuthor id="2" name="作者" initials="A" lastIdx="0" clrIdx="1"/>
  <p:cmAuthor id="3" name="zhangfan" initials="z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50"/>
        <p:guide pos="287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gs" Target="tags/tag384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36.xml"/><Relationship Id="rId8" Type="http://schemas.openxmlformats.org/officeDocument/2006/relationships/tags" Target="../tags/tag135.xml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tags" Target="../tags/tag139.xml"/><Relationship Id="rId11" Type="http://schemas.openxmlformats.org/officeDocument/2006/relationships/tags" Target="../tags/tag138.xml"/><Relationship Id="rId10" Type="http://schemas.openxmlformats.org/officeDocument/2006/relationships/tags" Target="../tags/tag13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" Type="http://schemas.openxmlformats.org/officeDocument/2006/relationships/tags" Target="../tags/tag220.xml"/><Relationship Id="rId2" Type="http://schemas.openxmlformats.org/officeDocument/2006/relationships/tags" Target="../tags/tag219.xml"/><Relationship Id="rId10" Type="http://schemas.openxmlformats.org/officeDocument/2006/relationships/tags" Target="../tags/tag227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35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image" Target="../media/image1.jpeg"/><Relationship Id="rId2" Type="http://schemas.openxmlformats.org/officeDocument/2006/relationships/tags" Target="../tags/tag25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61.xml"/><Relationship Id="rId3" Type="http://schemas.openxmlformats.org/officeDocument/2006/relationships/image" Target="../media/image2.png"/><Relationship Id="rId2" Type="http://schemas.openxmlformats.org/officeDocument/2006/relationships/tags" Target="../tags/tag260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66.xml"/><Relationship Id="rId8" Type="http://schemas.openxmlformats.org/officeDocument/2006/relationships/tags" Target="../tags/tag265.xml"/><Relationship Id="rId7" Type="http://schemas.openxmlformats.org/officeDocument/2006/relationships/image" Target="../media/image3.png"/><Relationship Id="rId6" Type="http://schemas.openxmlformats.org/officeDocument/2006/relationships/tags" Target="../tags/tag264.xml"/><Relationship Id="rId5" Type="http://schemas.openxmlformats.org/officeDocument/2006/relationships/image" Target="../media/image2.png"/><Relationship Id="rId4" Type="http://schemas.openxmlformats.org/officeDocument/2006/relationships/tags" Target="../tags/tag263.xml"/><Relationship Id="rId3" Type="http://schemas.openxmlformats.org/officeDocument/2006/relationships/image" Target="../media/image4.png"/><Relationship Id="rId2" Type="http://schemas.openxmlformats.org/officeDocument/2006/relationships/tags" Target="../tags/tag262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68.xml"/><Relationship Id="rId3" Type="http://schemas.openxmlformats.org/officeDocument/2006/relationships/image" Target="../media/image2.png"/><Relationship Id="rId2" Type="http://schemas.openxmlformats.org/officeDocument/2006/relationships/tags" Target="../tags/tag267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70.xml"/><Relationship Id="rId3" Type="http://schemas.openxmlformats.org/officeDocument/2006/relationships/image" Target="../media/image2.png"/><Relationship Id="rId2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72.xml"/><Relationship Id="rId3" Type="http://schemas.openxmlformats.org/officeDocument/2006/relationships/image" Target="../media/image5.png"/><Relationship Id="rId2" Type="http://schemas.openxmlformats.org/officeDocument/2006/relationships/tags" Target="../tags/tag271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74.xml"/><Relationship Id="rId3" Type="http://schemas.openxmlformats.org/officeDocument/2006/relationships/image" Target="../media/image2.png"/><Relationship Id="rId2" Type="http://schemas.openxmlformats.org/officeDocument/2006/relationships/tags" Target="../tags/tag273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76.xml"/><Relationship Id="rId3" Type="http://schemas.openxmlformats.org/officeDocument/2006/relationships/image" Target="../media/image2.png"/><Relationship Id="rId2" Type="http://schemas.openxmlformats.org/officeDocument/2006/relationships/tags" Target="../tags/tag275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tags" Target="../tags/tag278.xml"/><Relationship Id="rId3" Type="http://schemas.openxmlformats.org/officeDocument/2006/relationships/image" Target="../media/image2.png"/><Relationship Id="rId2" Type="http://schemas.openxmlformats.org/officeDocument/2006/relationships/tags" Target="../tags/tag277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image" Target="../media/image1.jpeg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287.xml"/><Relationship Id="rId8" Type="http://schemas.openxmlformats.org/officeDocument/2006/relationships/tags" Target="../tags/tag286.xml"/><Relationship Id="rId7" Type="http://schemas.openxmlformats.org/officeDocument/2006/relationships/tags" Target="../tags/tag285.xml"/><Relationship Id="rId6" Type="http://schemas.openxmlformats.org/officeDocument/2006/relationships/tags" Target="../tags/tag284.xml"/><Relationship Id="rId5" Type="http://schemas.openxmlformats.org/officeDocument/2006/relationships/image" Target="../media/image3.png"/><Relationship Id="rId4" Type="http://schemas.openxmlformats.org/officeDocument/2006/relationships/tags" Target="../tags/tag283.xml"/><Relationship Id="rId3" Type="http://schemas.openxmlformats.org/officeDocument/2006/relationships/image" Target="../media/image2.png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image" Target="../media/image3.png"/><Relationship Id="rId5" Type="http://schemas.openxmlformats.org/officeDocument/2006/relationships/tags" Target="../tags/tag290.xml"/><Relationship Id="rId4" Type="http://schemas.openxmlformats.org/officeDocument/2006/relationships/image" Target="../media/image2.png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image" Target="../media/image3.png"/><Relationship Id="rId5" Type="http://schemas.openxmlformats.org/officeDocument/2006/relationships/tags" Target="../tags/tag298.xml"/><Relationship Id="rId4" Type="http://schemas.openxmlformats.org/officeDocument/2006/relationships/image" Target="../media/image2.png"/><Relationship Id="rId3" Type="http://schemas.openxmlformats.org/officeDocument/2006/relationships/tags" Target="../tags/tag297.xml"/><Relationship Id="rId2" Type="http://schemas.openxmlformats.org/officeDocument/2006/relationships/tags" Target="../tags/tag296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image" Target="../media/image3.png"/><Relationship Id="rId5" Type="http://schemas.openxmlformats.org/officeDocument/2006/relationships/tags" Target="../tags/tag307.xml"/><Relationship Id="rId4" Type="http://schemas.openxmlformats.org/officeDocument/2006/relationships/image" Target="../media/image2.png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9" Type="http://schemas.openxmlformats.org/officeDocument/2006/relationships/tags" Target="../tags/tag319.xml"/><Relationship Id="rId8" Type="http://schemas.openxmlformats.org/officeDocument/2006/relationships/tags" Target="../tags/tag318.xml"/><Relationship Id="rId7" Type="http://schemas.openxmlformats.org/officeDocument/2006/relationships/tags" Target="../tags/tag317.xml"/><Relationship Id="rId6" Type="http://schemas.openxmlformats.org/officeDocument/2006/relationships/image" Target="../media/image3.png"/><Relationship Id="rId5" Type="http://schemas.openxmlformats.org/officeDocument/2006/relationships/tags" Target="../tags/tag316.xml"/><Relationship Id="rId4" Type="http://schemas.openxmlformats.org/officeDocument/2006/relationships/image" Target="../media/image2.png"/><Relationship Id="rId3" Type="http://schemas.openxmlformats.org/officeDocument/2006/relationships/tags" Target="../tags/tag315.xml"/><Relationship Id="rId2" Type="http://schemas.openxmlformats.org/officeDocument/2006/relationships/tags" Target="../tags/tag314.xml"/><Relationship Id="rId12" Type="http://schemas.openxmlformats.org/officeDocument/2006/relationships/tags" Target="../tags/tag322.xml"/><Relationship Id="rId11" Type="http://schemas.openxmlformats.org/officeDocument/2006/relationships/tags" Target="../tags/tag321.xml"/><Relationship Id="rId10" Type="http://schemas.openxmlformats.org/officeDocument/2006/relationships/tags" Target="../tags/tag320.xml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image" Target="../media/image3.png"/><Relationship Id="rId5" Type="http://schemas.openxmlformats.org/officeDocument/2006/relationships/tags" Target="../tags/tag325.xml"/><Relationship Id="rId4" Type="http://schemas.openxmlformats.org/officeDocument/2006/relationships/image" Target="../media/image2.png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4" Type="http://schemas.openxmlformats.org/officeDocument/2006/relationships/tags" Target="../tags/tag333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image" Target="../media/image3.png"/><Relationship Id="rId5" Type="http://schemas.openxmlformats.org/officeDocument/2006/relationships/tags" Target="../tags/tag336.xml"/><Relationship Id="rId4" Type="http://schemas.openxmlformats.org/officeDocument/2006/relationships/image" Target="../media/image6.png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05740" y="812576"/>
            <a:ext cx="8762591" cy="29478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7117678" y="621663"/>
            <a:ext cx="184874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195761" y="2641685"/>
            <a:ext cx="1415561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7103269" y="6264275"/>
            <a:ext cx="1350169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562928" y="6315075"/>
            <a:ext cx="536734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166336" y="6316345"/>
            <a:ext cx="6667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298258" y="6316345"/>
            <a:ext cx="190024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662733" y="1046220"/>
            <a:ext cx="6858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495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662732" y="3128804"/>
            <a:ext cx="6858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662733" y="5122890"/>
            <a:ext cx="2524073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18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9186863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507581" y="2175010"/>
            <a:ext cx="4682831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405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3507581" y="3277722"/>
            <a:ext cx="4682831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7210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83920" y="1626121"/>
            <a:ext cx="3962432" cy="4041680"/>
          </a:xfrm>
        </p:spPr>
        <p:txBody>
          <a:bodyPr>
            <a:noAutofit/>
          </a:bodyPr>
          <a:lstStyle>
            <a:lvl1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199549" y="1018064"/>
            <a:ext cx="8762524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066800" y="4065588"/>
            <a:ext cx="39624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7110534" y="613408"/>
            <a:ext cx="184874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195761" y="4343043"/>
            <a:ext cx="1415561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990599" y="2577631"/>
            <a:ext cx="49902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7295319" y="-51"/>
            <a:ext cx="1848749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059656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2411" y="498476"/>
            <a:ext cx="8139178" cy="331473"/>
          </a:xfrm>
        </p:spPr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4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19600" y="304200"/>
            <a:ext cx="87048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5942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33919" y="238101"/>
            <a:ext cx="1741805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732473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>
            <a:normAutofit/>
          </a:bodyPr>
          <a:lstStyle>
            <a:lvl1pPr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40100" y="22756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3825900" y="1405930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69283" y="166926"/>
            <a:ext cx="1243965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7758589" y="0"/>
            <a:ext cx="1385411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>
            <a:normAutofit/>
          </a:bodyPr>
          <a:lstStyle>
            <a:lvl1pPr algn="ctr">
              <a:defRPr sz="27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59000" y="17631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59581" y="32368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858" y="5029201"/>
            <a:ext cx="9144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857" y="5905500"/>
            <a:ext cx="732473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740250"/>
            <a:ext cx="8232300" cy="423900"/>
          </a:xfrm>
        </p:spPr>
        <p:txBody>
          <a:bodyPr anchor="ctr">
            <a:normAutofit/>
          </a:bodyPr>
          <a:lstStyle>
            <a:lvl1pPr algn="ct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20826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53068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9144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816" y="258207"/>
            <a:ext cx="8278178" cy="391001"/>
          </a:xfrm>
        </p:spPr>
        <p:txBody>
          <a:bodyPr>
            <a:noAutofit/>
          </a:bodyPr>
          <a:lstStyle>
            <a:lvl1pPr>
              <a:defRPr sz="21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20250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9144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9108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40698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05740" y="1098195"/>
            <a:ext cx="8762591" cy="29478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7117678" y="1098194"/>
            <a:ext cx="184874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195761" y="2666003"/>
            <a:ext cx="1415561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7103269" y="5548313"/>
            <a:ext cx="1350169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562928" y="5586413"/>
            <a:ext cx="536734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166336" y="5587365"/>
            <a:ext cx="66675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298258" y="5587365"/>
            <a:ext cx="190024" cy="571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662733" y="1464095"/>
            <a:ext cx="6858000" cy="1422559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662732" y="3120390"/>
            <a:ext cx="6858000" cy="667703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662733" y="4645075"/>
            <a:ext cx="2524073" cy="434743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157163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5713095"/>
            <a:ext cx="9186863" cy="2876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507581" y="2402068"/>
            <a:ext cx="4682831" cy="691516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3507581" y="3184197"/>
            <a:ext cx="4682831" cy="1050755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7210" y="157163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83920" y="1571631"/>
            <a:ext cx="3962432" cy="4041680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1571631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912144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571631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912144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11896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157163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57163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57163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571625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1571631"/>
            <a:ext cx="8139178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199549" y="1092518"/>
            <a:ext cx="8762524" cy="4226243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066800" y="3905250"/>
            <a:ext cx="3962400" cy="9525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7110534" y="1092003"/>
            <a:ext cx="184874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195761" y="3942021"/>
            <a:ext cx="1415561" cy="138009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990599" y="2639786"/>
            <a:ext cx="4990201" cy="1205503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7295319" y="857212"/>
            <a:ext cx="1848749" cy="180242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4967288"/>
            <a:ext cx="1059656" cy="1033463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476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19600" y="1085400"/>
            <a:ext cx="8704800" cy="468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961200" y="1794150"/>
            <a:ext cx="7219800" cy="5427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60835" y="24799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3617595" cy="5149691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16193" y="876580"/>
            <a:ext cx="1306354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292566"/>
            <a:ext cx="732473" cy="71437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37400" y="1435050"/>
            <a:ext cx="2970000" cy="6615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40100" y="21802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3825900" y="1434704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44000" cy="199786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3787" y="868680"/>
            <a:ext cx="932974" cy="910114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7758589" y="857250"/>
            <a:ext cx="1385411" cy="135112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459000" y="1443150"/>
            <a:ext cx="8232300" cy="4698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459000" y="210195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459581" y="29632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858" y="4629151"/>
            <a:ext cx="9144000" cy="13715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2858" y="5286375"/>
            <a:ext cx="732473" cy="71437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350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453600" y="1359450"/>
            <a:ext cx="8232300" cy="4239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453628" y="211815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445500" y="47425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854631"/>
            <a:ext cx="9144000" cy="6858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816" y="1002030"/>
            <a:ext cx="8278178" cy="391001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10465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210465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4698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4671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861650"/>
            <a:ext cx="6858000" cy="17901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375435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副标题 3"/>
          <p:cNvSpPr/>
          <p:nvPr>
            <p:ph type="subTitle" idx="3" hasCustomPrompt="1"/>
            <p:custDataLst>
              <p:tags r:id="rId4"/>
            </p:custDataLst>
          </p:nvPr>
        </p:nvSpPr>
        <p:spPr>
          <a:xfrm>
            <a:off x="1239202" y="3618235"/>
            <a:ext cx="6667548" cy="86740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21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+mn-ea"/>
              </a:defRPr>
            </a:lvl1pPr>
            <a:lvl2pPr marL="3429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5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685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35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0287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4" name="标题 4"/>
          <p:cNvSpPr>
            <a:spLocks noGrp="1"/>
          </p:cNvSpPr>
          <p:nvPr>
            <p:ph type="ctrTitle" idx="2" hasCustomPrompt="1"/>
            <p:custDataLst>
              <p:tags r:id="rId5"/>
            </p:custDataLst>
          </p:nvPr>
        </p:nvSpPr>
        <p:spPr>
          <a:xfrm>
            <a:off x="1239202" y="2366862"/>
            <a:ext cx="6667548" cy="834390"/>
          </a:xfrm>
        </p:spPr>
        <p:txBody>
          <a:bodyPr vert="horz" wrap="square" lIns="0" tIns="0" rIns="0" bIns="0" rtlCol="0" anchor="b" anchorCtr="0">
            <a:normAutofit lnSpcReduction="1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5420" b="1" i="0" u="none" strike="noStrike" kern="1200" cap="none" spc="7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7" name="图片 6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98479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411" y="1626121"/>
            <a:ext cx="8139178" cy="4041680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1365" y="2215738"/>
            <a:ext cx="2408975" cy="2426513"/>
          </a:xfrm>
          <a:prstGeom prst="rect">
            <a:avLst/>
          </a:prstGeom>
        </p:spPr>
      </p:pic>
      <p:pic>
        <p:nvPicPr>
          <p:cNvPr id="3" name="图片 2" descr="图片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pic>
        <p:nvPicPr>
          <p:cNvPr id="2" name="图片 1" descr="图片2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2"/>
          <p:cNvSpPr/>
          <p:nvPr>
            <p:ph type="subTitle" idx="3" hasCustomPrompt="1"/>
            <p:custDataLst>
              <p:tags r:id="rId8"/>
            </p:custDataLst>
          </p:nvPr>
        </p:nvSpPr>
        <p:spPr>
          <a:xfrm>
            <a:off x="3390927" y="3079765"/>
            <a:ext cx="5143024" cy="619001"/>
          </a:xfrm>
        </p:spPr>
        <p:txBody>
          <a:bodyPr vert="horz" wrap="square" lIns="0" tIns="0" rIns="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35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3429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5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685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35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0287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9" name="标题 3"/>
          <p:cNvSpPr/>
          <p:nvPr>
            <p:ph type="ctrTitle" idx="2" hasCustomPrompt="1"/>
            <p:custDataLst>
              <p:tags r:id="rId9"/>
            </p:custDataLst>
          </p:nvPr>
        </p:nvSpPr>
        <p:spPr>
          <a:xfrm>
            <a:off x="3390927" y="2106331"/>
            <a:ext cx="5143500" cy="634365"/>
          </a:xfrm>
        </p:spPr>
        <p:txBody>
          <a:bodyPr vert="horz" wrap="square" lIns="0" tIns="0" rIns="0" bIns="0" rtlCol="0" anchor="b" anchorCtr="0">
            <a:normAutofit fontScale="90000"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4125" b="1" i="0" u="none" strike="noStrike" kern="1200" cap="none" spc="500" normalizeH="0" baseline="0" noProof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98479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9158" y="1626121"/>
            <a:ext cx="3962432" cy="4041680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10" name="图片 9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98479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502447" y="1000133"/>
            <a:ext cx="3962432" cy="285752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444" y="2023369"/>
            <a:ext cx="3962400" cy="3701064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76812" y="1000133"/>
            <a:ext cx="3962432" cy="285752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76812" y="2023369"/>
            <a:ext cx="3962432" cy="3701064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0386" y="1783080"/>
            <a:ext cx="3268047" cy="3291840"/>
          </a:xfrm>
          <a:prstGeom prst="rect">
            <a:avLst/>
          </a:prstGeom>
        </p:spPr>
      </p:pic>
      <p:pic>
        <p:nvPicPr>
          <p:cNvPr id="6" name="图片 5" descr="图片2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11" y="498476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8" name="图片 7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447" y="498479"/>
            <a:ext cx="8139178" cy="33147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79194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7" name="图片 6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28351" y="1626121"/>
            <a:ext cx="713238" cy="4041680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2" name="图片 1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占位符 2"/>
          <p:cNvSpPr/>
          <p:nvPr>
            <p:ph type="body" idx="1" hasCustomPrompt="1"/>
            <p:custDataLst>
              <p:tags r:id="rId4"/>
            </p:custDataLst>
          </p:nvPr>
        </p:nvSpPr>
        <p:spPr>
          <a:xfrm>
            <a:off x="1239679" y="1791156"/>
            <a:ext cx="6667072" cy="846176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0" lang="zh-CN" altLang="en-US" sz="1800" b="0" i="0" u="none" strike="noStrike" kern="1200" cap="none" spc="200" normalizeH="0" baseline="0" noProof="0" dirty="0">
                <a:ln>
                  <a:noFill/>
                </a:ln>
                <a:solidFill>
                  <a:schemeClr val="dk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3429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15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6858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35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0287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137160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7" name="标题 4"/>
          <p:cNvSpPr/>
          <p:nvPr>
            <p:ph type="title" hasCustomPrompt="1"/>
            <p:custDataLst>
              <p:tags r:id="rId5"/>
            </p:custDataLst>
          </p:nvPr>
        </p:nvSpPr>
        <p:spPr>
          <a:xfrm>
            <a:off x="1239202" y="3215401"/>
            <a:ext cx="6667548" cy="1707833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5550" b="1" i="0" u="none" strike="noStrike" kern="1200" cap="none" spc="700" normalizeH="0" baseline="0" noProof="0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1" y="498476"/>
            <a:ext cx="8139178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220950" y="302400"/>
            <a:ext cx="8702097" cy="625318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 descr="图片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950" y="392411"/>
            <a:ext cx="540068" cy="540068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382982" y="5925521"/>
            <a:ext cx="540068" cy="5400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960835" y="2594250"/>
            <a:ext cx="7219950" cy="2583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3620691" cy="6868795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 descr="图片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2" y="0"/>
            <a:ext cx="540068" cy="720090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 anchorCtr="0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440100" y="2275650"/>
            <a:ext cx="2967300" cy="3069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3825900" y="1405930"/>
            <a:ext cx="4860000" cy="381595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9142200" cy="26603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 descr="图片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-10800"/>
            <a:ext cx="540068" cy="720090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459000" y="1763100"/>
            <a:ext cx="8231981" cy="621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459581" y="3236850"/>
            <a:ext cx="8224200" cy="25731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5029200"/>
            <a:ext cx="9142200" cy="18288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 descr="图片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540068" cy="720090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3600" y="740250"/>
            <a:ext cx="8232300" cy="423900"/>
          </a:xfrm>
        </p:spPr>
        <p:txBody>
          <a:bodyPr anchor="ctr" anchorCtr="0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453628" y="2082600"/>
            <a:ext cx="8243100" cy="2408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445500" y="5306850"/>
            <a:ext cx="8251200" cy="7587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10800"/>
            <a:ext cx="9142200" cy="914400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 descr="图片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03932" y="6137910"/>
            <a:ext cx="540068" cy="720090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6137910"/>
            <a:ext cx="540068" cy="7200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34700" y="292846"/>
            <a:ext cx="8278200" cy="331473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4681800" y="2025000"/>
            <a:ext cx="4025700" cy="217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429300" y="4914450"/>
            <a:ext cx="40068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4689900" y="4910850"/>
            <a:ext cx="4025700" cy="5859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0" y="1576799"/>
            <a:ext cx="9142200" cy="37043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pic>
        <p:nvPicPr>
          <p:cNvPr id="8" name="图片 7" descr="图片2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27046" y="-10801"/>
            <a:ext cx="1315145" cy="1753527"/>
          </a:xfrm>
          <a:prstGeom prst="rect">
            <a:avLst/>
          </a:prstGeom>
        </p:spPr>
      </p:pic>
      <p:pic>
        <p:nvPicPr>
          <p:cNvPr id="6" name="图片 5" descr="图片2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0" y="5104461"/>
            <a:ext cx="1315145" cy="17535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141810" y="4069800"/>
            <a:ext cx="6858000" cy="1242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5" Type="http://schemas.openxmlformats.org/officeDocument/2006/relationships/theme" Target="../theme/theme2.xml"/><Relationship Id="rId24" Type="http://schemas.openxmlformats.org/officeDocument/2006/relationships/tags" Target="../tags/tag256.xml"/><Relationship Id="rId23" Type="http://schemas.openxmlformats.org/officeDocument/2006/relationships/tags" Target="../tags/tag255.xml"/><Relationship Id="rId22" Type="http://schemas.openxmlformats.org/officeDocument/2006/relationships/tags" Target="../tags/tag254.xml"/><Relationship Id="rId21" Type="http://schemas.openxmlformats.org/officeDocument/2006/relationships/tags" Target="../tags/tag253.xml"/><Relationship Id="rId20" Type="http://schemas.openxmlformats.org/officeDocument/2006/relationships/tags" Target="../tags/tag252.xml"/><Relationship Id="rId2" Type="http://schemas.openxmlformats.org/officeDocument/2006/relationships/slideLayout" Target="../slideLayouts/slideLayout20.xml"/><Relationship Id="rId19" Type="http://schemas.openxmlformats.org/officeDocument/2006/relationships/tags" Target="../tags/tag251.xml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2" Type="http://schemas.openxmlformats.org/officeDocument/2006/relationships/theme" Target="../theme/theme3.xml"/><Relationship Id="rId21" Type="http://schemas.openxmlformats.org/officeDocument/2006/relationships/tags" Target="../tags/tag344.xml"/><Relationship Id="rId20" Type="http://schemas.openxmlformats.org/officeDocument/2006/relationships/tags" Target="../tags/tag343.xml"/><Relationship Id="rId2" Type="http://schemas.openxmlformats.org/officeDocument/2006/relationships/slideLayout" Target="../slideLayouts/slideLayout38.xml"/><Relationship Id="rId19" Type="http://schemas.openxmlformats.org/officeDocument/2006/relationships/tags" Target="../tags/tag342.xml"/><Relationship Id="rId18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8299"/>
            <a:ext cx="8139178" cy="4041680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346.xml"/><Relationship Id="rId1" Type="http://schemas.openxmlformats.org/officeDocument/2006/relationships/tags" Target="../tags/tag34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56.xml"/><Relationship Id="rId11" Type="http://schemas.openxmlformats.org/officeDocument/2006/relationships/tags" Target="../tags/tag355.xml"/><Relationship Id="rId10" Type="http://schemas.openxmlformats.org/officeDocument/2006/relationships/tags" Target="../tags/tag354.xml"/><Relationship Id="rId1" Type="http://schemas.openxmlformats.org/officeDocument/2006/relationships/tags" Target="../tags/tag34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tags" Target="../tags/tag35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3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ags" Target="../tags/tag36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tags" Target="../tags/tag383.xml"/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tags" Target="../tags/tag3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340124" y="2420529"/>
            <a:ext cx="6653601" cy="1607337"/>
          </a:xfrm>
        </p:spPr>
        <p:txBody>
          <a:bodyPr>
            <a:normAutofit/>
          </a:bodyPr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sz="5000" spc="340" baseline="0"/>
              <a:t>文明经典复习档</a:t>
            </a:r>
            <a:endParaRPr lang="zh-CN" sz="5000" spc="340" baseline="0"/>
          </a:p>
        </p:txBody>
      </p:sp>
      <p:sp>
        <p:nvSpPr>
          <p:cNvPr id="2" name="文本框 1"/>
          <p:cNvSpPr txBox="1"/>
          <p:nvPr/>
        </p:nvSpPr>
        <p:spPr>
          <a:xfrm>
            <a:off x="7524750" y="4436745"/>
            <a:ext cx="1287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张帆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7"/>
          <p:cNvSpPr/>
          <p:nvPr userDrawn="1">
            <p:custDataLst>
              <p:tags r:id="rId1"/>
            </p:custDataLst>
          </p:nvPr>
        </p:nvSpPr>
        <p:spPr>
          <a:xfrm>
            <a:off x="4453128" y="0"/>
            <a:ext cx="4690872" cy="6858000"/>
          </a:xfrm>
          <a:prstGeom prst="rect">
            <a:avLst/>
          </a:prstGeom>
          <a:solidFill>
            <a:schemeClr val="dk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 dirty="0">
              <a:solidFill>
                <a:schemeClr val="lt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233919" y="238101"/>
            <a:ext cx="1741805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135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732473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4">
                  <a:lumMod val="90000"/>
                  <a:alpha val="24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135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形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>
            <a:off x="457200" y="665083"/>
            <a:ext cx="171450" cy="332899"/>
          </a:xfrm>
          <a:prstGeom prst="rect">
            <a:avLst/>
          </a:prstGeom>
        </p:spPr>
      </p:pic>
      <p:pic>
        <p:nvPicPr>
          <p:cNvPr id="23" name="图形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>
            <a:off x="684371" y="665083"/>
            <a:ext cx="171450" cy="332899"/>
          </a:xfrm>
          <a:prstGeom prst="rect">
            <a:avLst/>
          </a:prstGeom>
        </p:spPr>
      </p:pic>
      <p:pic>
        <p:nvPicPr>
          <p:cNvPr id="25" name="图形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 rot="10800000">
            <a:off x="3884771" y="5846048"/>
            <a:ext cx="171450" cy="332899"/>
          </a:xfrm>
          <a:prstGeom prst="rect">
            <a:avLst/>
          </a:prstGeom>
        </p:spPr>
      </p:pic>
      <p:pic>
        <p:nvPicPr>
          <p:cNvPr id="26" name="图形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 rot="10800000">
            <a:off x="3657600" y="5846048"/>
            <a:ext cx="171450" cy="332899"/>
          </a:xfrm>
          <a:prstGeom prst="rect">
            <a:avLst/>
          </a:prstGeom>
        </p:spPr>
      </p:pic>
      <p:sp>
        <p:nvSpPr>
          <p:cNvPr id="11" name="文本框 1"/>
          <p:cNvSpPr txBox="1"/>
          <p:nvPr>
            <p:custDataLst>
              <p:tags r:id="rId10"/>
            </p:custDataLst>
          </p:nvPr>
        </p:nvSpPr>
        <p:spPr>
          <a:xfrm>
            <a:off x="800107" y="2207281"/>
            <a:ext cx="2857519" cy="11430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000" b="1" spc="34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考试范围</a:t>
            </a:r>
            <a:endParaRPr lang="zh-CN" altLang="en-US" sz="5000" b="1" spc="340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itle 6"/>
          <p:cNvSpPr txBox="1"/>
          <p:nvPr>
            <p:custDataLst>
              <p:tags r:id="rId11"/>
            </p:custDataLst>
          </p:nvPr>
        </p:nvSpPr>
        <p:spPr>
          <a:xfrm>
            <a:off x="5143541" y="1657362"/>
            <a:ext cx="3314719" cy="354331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《诗经》</a:t>
            </a:r>
            <a:endParaRPr lang="zh-CN" altLang="en-US" sz="24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《庄子》</a:t>
            </a:r>
            <a:endParaRPr lang="zh-CN" altLang="en-US" sz="24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《史记》</a:t>
            </a:r>
            <a:endParaRPr lang="zh-CN" altLang="en-US" sz="24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《世说新语》</a:t>
            </a:r>
            <a:endParaRPr lang="zh-CN" altLang="en-US" sz="24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《唐律疏议》</a:t>
            </a:r>
            <a:endParaRPr lang="zh-CN" altLang="en-US" sz="24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4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《传习录》</a:t>
            </a:r>
            <a:endParaRPr lang="zh-CN" altLang="en-US" sz="24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" y="3646805"/>
            <a:ext cx="36620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/>
              <a:t>选择题</a:t>
            </a:r>
            <a:r>
              <a:rPr lang="en-US" altLang="zh-CN" sz="2400"/>
              <a:t>+</a:t>
            </a:r>
            <a:r>
              <a:rPr lang="zh-CN" altLang="en-US" sz="2400"/>
              <a:t>写作</a:t>
            </a:r>
            <a:r>
              <a:rPr lang="zh-CN" altLang="en-US" sz="2400">
                <a:sym typeface="+mn-ea"/>
              </a:rPr>
              <a:t>主观题</a:t>
            </a:r>
            <a:endParaRPr lang="zh-CN" altLang="en-US" sz="2400">
              <a:sym typeface="+mn-ea"/>
            </a:endParaRPr>
          </a:p>
          <a:p>
            <a:pPr algn="ctr"/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60</a:t>
            </a:r>
            <a:r>
              <a:rPr lang="zh-CN" altLang="en-US" sz="2400">
                <a:sym typeface="+mn-ea"/>
              </a:rPr>
              <a:t>分）</a:t>
            </a:r>
            <a:r>
              <a:rPr lang="en-US" altLang="zh-CN" sz="2400">
                <a:sym typeface="+mn-ea"/>
              </a:rPr>
              <a:t>+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40</a:t>
            </a:r>
            <a:r>
              <a:rPr lang="zh-CN" altLang="en-US" sz="2400">
                <a:sym typeface="+mn-ea"/>
              </a:rPr>
              <a:t>分）</a:t>
            </a:r>
            <a:endParaRPr lang="zh-CN" altLang="en-US" sz="2400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7"/>
          <p:cNvSpPr/>
          <p:nvPr userDrawn="1">
            <p:custDataLst>
              <p:tags r:id="rId1"/>
            </p:custDataLst>
          </p:nvPr>
        </p:nvSpPr>
        <p:spPr>
          <a:xfrm>
            <a:off x="4453128" y="45085"/>
            <a:ext cx="4690872" cy="6858000"/>
          </a:xfrm>
          <a:prstGeom prst="rect">
            <a:avLst/>
          </a:prstGeom>
          <a:solidFill>
            <a:schemeClr val="dk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sz="1350" dirty="0">
              <a:solidFill>
                <a:schemeClr val="lt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任意形状 8"/>
          <p:cNvSpPr/>
          <p:nvPr userDrawn="1">
            <p:custDataLst>
              <p:tags r:id="rId2"/>
            </p:custDataLst>
          </p:nvPr>
        </p:nvSpPr>
        <p:spPr>
          <a:xfrm rot="16200000">
            <a:off x="-233919" y="238101"/>
            <a:ext cx="1741805" cy="1273969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D8D8E4">
                  <a:lumMod val="90000"/>
                  <a:alpha val="24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135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0" y="5913755"/>
            <a:ext cx="732473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rgbClr val="D8D8E4">
                  <a:lumMod val="90000"/>
                  <a:alpha val="24000"/>
                </a:srgbClr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sz="1350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形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>
            <a:off x="457200" y="665083"/>
            <a:ext cx="171450" cy="332899"/>
          </a:xfrm>
          <a:prstGeom prst="rect">
            <a:avLst/>
          </a:prstGeom>
        </p:spPr>
      </p:pic>
      <p:pic>
        <p:nvPicPr>
          <p:cNvPr id="23" name="图形 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>
            <a:off x="684371" y="665083"/>
            <a:ext cx="171450" cy="332899"/>
          </a:xfrm>
          <a:prstGeom prst="rect">
            <a:avLst/>
          </a:prstGeom>
        </p:spPr>
      </p:pic>
      <p:pic>
        <p:nvPicPr>
          <p:cNvPr id="25" name="图形 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 rot="10800000">
            <a:off x="3884771" y="5846048"/>
            <a:ext cx="171450" cy="332899"/>
          </a:xfrm>
          <a:prstGeom prst="rect">
            <a:avLst/>
          </a:prstGeom>
        </p:spPr>
      </p:pic>
      <p:pic>
        <p:nvPicPr>
          <p:cNvPr id="26" name="图形 4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23" r="423"/>
          <a:stretch>
            <a:fillRect/>
          </a:stretch>
        </p:blipFill>
        <p:spPr>
          <a:xfrm rot="10800000">
            <a:off x="3657600" y="5846048"/>
            <a:ext cx="171450" cy="332899"/>
          </a:xfrm>
          <a:prstGeom prst="rect">
            <a:avLst/>
          </a:prstGeom>
        </p:spPr>
      </p:pic>
      <p:sp>
        <p:nvSpPr>
          <p:cNvPr id="11" name="文本框 1"/>
          <p:cNvSpPr txBox="1"/>
          <p:nvPr>
            <p:custDataLst>
              <p:tags r:id="rId10"/>
            </p:custDataLst>
          </p:nvPr>
        </p:nvSpPr>
        <p:spPr>
          <a:xfrm>
            <a:off x="800107" y="2781321"/>
            <a:ext cx="2857519" cy="11430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rmAutofit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5000" b="1" spc="34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复习重点</a:t>
            </a:r>
            <a:endParaRPr lang="zh-CN" altLang="en-US" sz="5000" b="1" spc="340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itle 6"/>
          <p:cNvSpPr txBox="1"/>
          <p:nvPr>
            <p:custDataLst>
              <p:tags r:id="rId11"/>
            </p:custDataLst>
          </p:nvPr>
        </p:nvSpPr>
        <p:spPr>
          <a:xfrm>
            <a:off x="5141636" y="2060587"/>
            <a:ext cx="3314719" cy="3543319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ctr" anchorCtr="0"/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8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经典文化常识</a:t>
            </a:r>
            <a:endParaRPr lang="zh-CN" altLang="en-US" sz="28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zh-CN" altLang="en-US" sz="20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8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必读篇目</a:t>
            </a:r>
            <a:endParaRPr lang="zh-CN" altLang="en-US" sz="28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6400" lvl="0" indent="-40640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800" spc="16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作业与报告</a:t>
            </a:r>
            <a:endParaRPr lang="zh-CN" altLang="en-US" sz="28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ctr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</a:pPr>
            <a:endParaRPr lang="zh-CN" altLang="en-US" sz="1800" spc="16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4715510" y="3357245"/>
            <a:ext cx="415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371205" y="3573145"/>
            <a:ext cx="772795" cy="1911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rgbClr val="FF0000"/>
                </a:solidFill>
              </a:rPr>
              <a:t>自行复习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464810" y="5589270"/>
            <a:ext cx="25342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例：结合经典要义，不能架空论述，不能生造经典词句</a:t>
            </a:r>
            <a:endParaRPr lang="zh-CN" altLang="en-US"/>
          </a:p>
        </p:txBody>
      </p:sp>
      <p:sp>
        <p:nvSpPr>
          <p:cNvPr id="5" name="下箭头 4"/>
          <p:cNvSpPr/>
          <p:nvPr/>
        </p:nvSpPr>
        <p:spPr>
          <a:xfrm>
            <a:off x="6372225" y="4940935"/>
            <a:ext cx="720090" cy="4324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5" grpId="0" animBg="1"/>
      <p:bldP spid="4" grpId="1"/>
      <p:bldP spid="5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67360" y="1196975"/>
            <a:ext cx="724090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sym typeface="+mn-ea"/>
              </a:rPr>
              <a:t>一、《诗经》</a:t>
            </a:r>
            <a:endParaRPr lang="zh-CN" altLang="en-US" sz="2400"/>
          </a:p>
          <a:p>
            <a:r>
              <a:rPr lang="zh-CN" altLang="en-US" sz="1800"/>
              <a:t>【必读篇目】</a:t>
            </a:r>
            <a:endParaRPr lang="zh-CN" altLang="en-US" sz="1800"/>
          </a:p>
          <a:p>
            <a:r>
              <a:rPr lang="zh-CN" altLang="en-US" sz="1800"/>
              <a:t>《毛诗序》《周南·关雎》《豳风·七月》《小雅·鹿鸣》《周颂·武》</a:t>
            </a:r>
            <a:endParaRPr lang="zh-CN" altLang="en-US" sz="1800"/>
          </a:p>
          <a:p>
            <a:r>
              <a:rPr lang="zh-CN" altLang="en-US" sz="1800"/>
              <a:t>主题：农耕、婚姻、礼乐</a:t>
            </a:r>
            <a:endParaRPr lang="zh-CN" altLang="en-US" sz="1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二、《庄子》</a:t>
            </a:r>
            <a:endParaRPr lang="zh-CN" altLang="en-US" sz="2400"/>
          </a:p>
          <a:p>
            <a:r>
              <a:rPr lang="zh-CN" altLang="en-US" sz="1800"/>
              <a:t>【必读篇目】</a:t>
            </a:r>
            <a:endParaRPr lang="zh-CN" altLang="en-US" sz="1800"/>
          </a:p>
          <a:p>
            <a:r>
              <a:rPr lang="zh-CN" altLang="en-US" sz="1800"/>
              <a:t>《逍遥游》《齐物论》</a:t>
            </a:r>
            <a:endParaRPr lang="zh-CN" altLang="en-US" sz="1800"/>
          </a:p>
          <a:p>
            <a:r>
              <a:rPr lang="zh-CN" altLang="en-US" sz="1800"/>
              <a:t>主题：逍遥、齐物、自由、平等</a:t>
            </a:r>
            <a:endParaRPr lang="zh-CN" altLang="en-US" sz="1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/>
              <a:t>三、《史记》</a:t>
            </a:r>
            <a:endParaRPr lang="zh-CN" altLang="en-US" sz="2400"/>
          </a:p>
          <a:p>
            <a:r>
              <a:rPr lang="zh-CN" altLang="en-US" sz="1800"/>
              <a:t>【必读篇目】</a:t>
            </a:r>
            <a:endParaRPr lang="zh-CN" altLang="en-US" sz="1800"/>
          </a:p>
          <a:p>
            <a:r>
              <a:rPr lang="zh-CN" altLang="en-US" sz="1800"/>
              <a:t>《太史公自序》《游侠列传》《货殖列传》</a:t>
            </a:r>
            <a:endParaRPr lang="zh-CN" altLang="en-US" sz="1800"/>
          </a:p>
          <a:p>
            <a:r>
              <a:rPr lang="zh-CN" altLang="en-US" sz="1800">
                <a:sym typeface="+mn-ea"/>
              </a:rPr>
              <a:t>主题：重史传统、多元一体、春秋大义、天下观念</a:t>
            </a:r>
            <a:endParaRPr lang="zh-CN" altLang="en-US" sz="1800">
              <a:sym typeface="+mn-ea"/>
            </a:endParaRPr>
          </a:p>
          <a:p>
            <a:endParaRPr lang="zh-CN" altLang="en-US" sz="1800"/>
          </a:p>
          <a:p>
            <a:endParaRPr lang="zh-CN" altLang="en-US" sz="18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115" y="1340485"/>
            <a:ext cx="738759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sym typeface="+mn-ea"/>
              </a:rPr>
              <a:t>四、《世说新语》</a:t>
            </a:r>
            <a:endParaRPr lang="zh-CN" altLang="en-US" sz="2400"/>
          </a:p>
          <a:p>
            <a:r>
              <a:rPr lang="zh-CN" altLang="en-US" sz="1800">
                <a:sym typeface="+mn-ea"/>
              </a:rPr>
              <a:t>【必读篇目】</a:t>
            </a:r>
            <a:endParaRPr lang="zh-CN" altLang="en-US" sz="1800"/>
          </a:p>
          <a:p>
            <a:r>
              <a:rPr lang="zh-CN" altLang="en-US" sz="1800">
                <a:sym typeface="+mn-ea"/>
              </a:rPr>
              <a:t>《言语》《任诞》《雅量》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主题：乱世、士族、名教、风骨</a:t>
            </a:r>
            <a:endParaRPr lang="zh-CN" altLang="en-US" sz="1800"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sym typeface="+mn-ea"/>
              </a:rPr>
              <a:t>五、《唐律疏议》</a:t>
            </a:r>
            <a:endParaRPr lang="zh-CN" altLang="en-US" sz="2400">
              <a:sym typeface="+mn-ea"/>
            </a:endParaRPr>
          </a:p>
          <a:p>
            <a:r>
              <a:rPr lang="zh-CN" altLang="en-US" sz="1800">
                <a:sym typeface="+mn-ea"/>
              </a:rPr>
              <a:t>【必读篇目】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《名例·十恶》《名例·同居相为隐》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主题：中华法统、律令制</a:t>
            </a:r>
            <a:endParaRPr lang="zh-CN" altLang="en-US" sz="18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>
                <a:sym typeface="+mn-ea"/>
              </a:rPr>
              <a:t>六、《传习录》</a:t>
            </a:r>
            <a:endParaRPr lang="zh-CN" altLang="en-US" sz="2400">
              <a:sym typeface="+mn-ea"/>
            </a:endParaRPr>
          </a:p>
          <a:p>
            <a:r>
              <a:rPr lang="zh-CN" altLang="en-US" sz="1800">
                <a:sym typeface="+mn-ea"/>
              </a:rPr>
              <a:t>【必读篇目】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《传习录》第 1</a:t>
            </a:r>
            <a:r>
              <a:rPr lang="en-US" altLang="zh-CN" sz="1800">
                <a:sym typeface="+mn-ea"/>
              </a:rPr>
              <a:t>-</a:t>
            </a:r>
            <a:r>
              <a:rPr lang="zh-CN" altLang="en-US" sz="1800">
                <a:sym typeface="+mn-ea"/>
              </a:rPr>
              <a:t>10 条、 《答顾东桥书》</a:t>
            </a:r>
            <a:endParaRPr lang="zh-CN" altLang="en-US" sz="1800">
              <a:sym typeface="+mn-ea"/>
            </a:endParaRPr>
          </a:p>
          <a:p>
            <a:r>
              <a:rPr lang="zh-CN" altLang="en-US" sz="1800">
                <a:sym typeface="+mn-ea"/>
              </a:rPr>
              <a:t>主题：天理、心性、良知；理学与心学</a:t>
            </a:r>
            <a:endParaRPr lang="zh-CN" altLang="en-US" sz="1800">
              <a:sym typeface="+mn-ea"/>
            </a:endParaRPr>
          </a:p>
          <a:p>
            <a:endParaRPr lang="zh-CN" altLang="en-US" sz="18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83260" y="405130"/>
            <a:ext cx="6697980" cy="2276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lang="zh-CN" altLang="en-US" sz="4000">
                <a:sym typeface="+mn-ea"/>
              </a:rPr>
              <a:t>《诗经》</a:t>
            </a:r>
            <a:endParaRPr lang="zh-CN" altLang="en-US" sz="4000">
              <a:sym typeface="+mn-ea"/>
            </a:endParaRPr>
          </a:p>
          <a:p>
            <a:pPr lvl="0">
              <a:lnSpc>
                <a:spcPct val="150000"/>
              </a:lnSpc>
            </a:pPr>
            <a:r>
              <a:rPr lang="zh-CN" altLang="en-US" sz="2800" b="1" dirty="0"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  <a:sym typeface="+mn-ea"/>
              </a:rPr>
              <a:t>“中国最早的一部诗歌总集”</a:t>
            </a:r>
            <a:endParaRPr lang="zh-CN" altLang="en-US" sz="2800" b="1" dirty="0"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  <a:sym typeface="+mn-ea"/>
            </a:endParaRPr>
          </a:p>
          <a:p>
            <a:pPr lvl="0">
              <a:lnSpc>
                <a:spcPct val="100000"/>
              </a:lnSpc>
            </a:pPr>
            <a:r>
              <a:rPr lang="zh-CN" altLang="en-US" sz="2400" dirty="0"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  <a:sym typeface="+mn-ea"/>
              </a:rPr>
              <a:t>诗歌：文学</a:t>
            </a:r>
            <a:r>
              <a:rPr lang="en-US" altLang="zh-CN" sz="2400" dirty="0"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  <a:sym typeface="+mn-ea"/>
              </a:rPr>
              <a:t>    </a:t>
            </a:r>
            <a:r>
              <a:rPr lang="zh-CN" altLang="en-US" sz="2400" dirty="0"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  <a:sym typeface="+mn-ea"/>
              </a:rPr>
              <a:t>总集：文献</a:t>
            </a:r>
            <a:endParaRPr lang="en-US" altLang="zh-CN" sz="2400" dirty="0"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endParaRPr lang="en-US" altLang="zh-CN" sz="2400" dirty="0"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2276475"/>
            <a:ext cx="7768590" cy="37846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lnSpc>
                <a:spcPct val="150000"/>
              </a:lnSpc>
            </a:pP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先秦：“诗”（孔子？）</a:t>
            </a:r>
            <a:endParaRPr lang="en-US" altLang="zh-CN" sz="2000" u="sng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战国：荀子（儒家？）</a:t>
            </a:r>
            <a:endParaRPr lang="en-US" altLang="zh-CN" sz="2000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西汉：鲁、齐、韩三家诗（儒家）</a:t>
            </a:r>
            <a:endParaRPr lang="en-US" altLang="zh-CN" sz="2000" u="sng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东汉：毛诗（毛传、郑笺）</a:t>
            </a:r>
            <a:endParaRPr lang="en-US" altLang="zh-CN" sz="2000" u="sng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唐：</a:t>
            </a:r>
            <a:r>
              <a:rPr lang="en-US" altLang="zh-CN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《</a:t>
            </a: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毛诗正义</a:t>
            </a:r>
            <a:r>
              <a:rPr lang="en-US" altLang="zh-CN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》</a:t>
            </a: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（孔颖达）</a:t>
            </a:r>
            <a:endParaRPr lang="en-US" altLang="zh-CN" sz="2000" u="sng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北宋：欧阳修、苏辙</a:t>
            </a:r>
            <a:endParaRPr lang="en-US" altLang="zh-CN" sz="2000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南宋：</a:t>
            </a:r>
            <a:r>
              <a:rPr lang="en-US" altLang="zh-CN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《</a:t>
            </a: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诗集传</a:t>
            </a:r>
            <a:r>
              <a:rPr lang="en-US" altLang="zh-CN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》</a:t>
            </a:r>
            <a:r>
              <a:rPr lang="zh-CN" altLang="en-US" sz="2000" u="sng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（朱熹）</a:t>
            </a:r>
            <a:endParaRPr lang="en-US" altLang="zh-CN" sz="2000" u="sng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pPr lvl="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近代：胡适、傅斯年</a:t>
            </a:r>
            <a:r>
              <a:rPr lang="en-US" altLang="zh-CN" sz="2000" dirty="0">
                <a:solidFill>
                  <a:schemeClr val="tx1"/>
                </a:solidFill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……</a:t>
            </a:r>
            <a:endParaRPr lang="en-US" altLang="zh-CN" sz="2000" dirty="0">
              <a:solidFill>
                <a:schemeClr val="tx1"/>
              </a:solidFill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356100" y="3788410"/>
            <a:ext cx="1374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 b="1" dirty="0"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通行本</a:t>
            </a:r>
            <a:endParaRPr lang="zh-CN" altLang="en-US" sz="1800" b="1" dirty="0"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004435" y="3356610"/>
            <a:ext cx="301561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 b="1" dirty="0">
                <a:latin typeface="Georgia" panose="02040502050405020303" charset="0"/>
                <a:ea typeface="汉仪中宋简" panose="02010600000101010101" charset="-122"/>
                <a:cs typeface="楷体" panose="02010609060101010101" pitchFamily="49" charset="-122"/>
              </a:rPr>
              <a:t>现存《韩诗外传》</a:t>
            </a:r>
            <a:endParaRPr lang="zh-CN" altLang="en-US" sz="2800" b="1" dirty="0"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  <a:p>
            <a:endParaRPr lang="zh-CN" altLang="en-US" sz="2800" b="1" dirty="0">
              <a:latin typeface="Georgia" panose="02040502050405020303" charset="0"/>
              <a:ea typeface="汉仪中宋简" panose="02010600000101010101" charset="-122"/>
              <a:cs typeface="楷体" panose="02010609060101010101" pitchFamily="49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1915" y="77470"/>
            <a:ext cx="8976360" cy="6737350"/>
          </a:xfrm>
          <a:prstGeom prst="round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87450" y="6309360"/>
            <a:ext cx="6961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《周南·关雎》《豳风·七月》《小雅·鹿鸣》《周颂·武》篇大意</a:t>
            </a:r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zh-CN" altLang="en-US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/>
        </p:nvSpPr>
        <p:spPr>
          <a:xfrm>
            <a:off x="178776" y="764796"/>
            <a:ext cx="9738612" cy="56311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诗经一共有多少首诗歌？</a:t>
            </a:r>
            <a:r>
              <a:rPr lang="en-US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其中有多少是有目无辞的？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诗经诗歌的创作时间大约在？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诗经的作者大约是？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诗经的编订时间大约在？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诗经诗歌涉及的地域范围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大致在？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国风共有多少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风</a:t>
            </a: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？其中几个诸侯国名？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诗经分为哪三类？</a:t>
            </a: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分别是？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诗经中的作品最初用于什么场合？</a:t>
            </a:r>
            <a:endParaRPr lang="en-US" altLang="zh-CN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cs typeface="宋体" panose="02010600030101010101" pitchFamily="2" charset="-122"/>
              </a:rPr>
              <a:t>孔子对于诗经有什么评价？</a:t>
            </a:r>
            <a:endParaRPr lang="zh-CN" altLang="en-US"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2000" y="765175"/>
            <a:ext cx="5431790" cy="56311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 indent="0"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现存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305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6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首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西周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春秋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采诗观风，没有固定作者</a:t>
            </a:r>
            <a:endParaRPr 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春秋、史载孔子删诗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黄河中下游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国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风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15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</a:t>
            </a:r>
            <a:r>
              <a:rPr lang="zh-CN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诸侯国名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11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风、雅、颂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礼乐、朝会、祭祀、讽谏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lvl="0" indent="0" algn="l">
              <a:lnSpc>
                <a:spcPct val="150000"/>
              </a:lnSpc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可以兴</a:t>
            </a:r>
            <a:r>
              <a:rPr 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、观、事父、事君、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博物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1505" y="548640"/>
            <a:ext cx="3795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《庄子》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395605" y="1412875"/>
            <a:ext cx="8579485" cy="4923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 </a:t>
            </a:r>
            <a:r>
              <a:rPr lang="zh-CN" altLang="en-US" sz="2400"/>
              <a:t>庄子其人</a:t>
            </a:r>
            <a:r>
              <a:rPr lang="en-US" altLang="zh-CN" sz="2000"/>
              <a:t>      </a:t>
            </a:r>
            <a:r>
              <a:rPr lang="zh-CN" altLang="en-US" sz="2000"/>
              <a:t>名周，蒙人；字子休，号南华真人（唐代才出现）</a:t>
            </a:r>
            <a:endParaRPr lang="zh-CN" altLang="en-US" sz="2000"/>
          </a:p>
          <a:p>
            <a:r>
              <a:rPr lang="zh-CN" altLang="en-US" sz="2000"/>
              <a:t> </a:t>
            </a:r>
            <a:r>
              <a:rPr lang="en-US" altLang="zh-CN" sz="2000"/>
              <a:t>                           </a:t>
            </a:r>
            <a:r>
              <a:rPr lang="zh-CN" altLang="en-US" sz="2000"/>
              <a:t>漆园吏，</a:t>
            </a:r>
            <a:r>
              <a:rPr lang="zh-CN" altLang="en-US" sz="2000" u="sng"/>
              <a:t>与梁惠王、齐宣王、楚威王同时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400"/>
              <a:t>《庄子》其书</a:t>
            </a:r>
            <a:r>
              <a:rPr lang="en-US" altLang="zh-CN" sz="2400"/>
              <a:t> </a:t>
            </a:r>
            <a:r>
              <a:rPr lang="en-US" altLang="zh-CN" sz="2000"/>
              <a:t>    </a:t>
            </a:r>
            <a:r>
              <a:rPr lang="zh-CN" altLang="en-US" sz="2000"/>
              <a:t>今流行郭象本（</a:t>
            </a:r>
            <a:r>
              <a:rPr lang="en-US" altLang="zh-CN" sz="2000"/>
              <a:t>33</a:t>
            </a:r>
            <a:r>
              <a:rPr lang="zh-CN" altLang="en-US" sz="2000"/>
              <a:t>篇）</a:t>
            </a:r>
            <a:r>
              <a:rPr lang="en-US" altLang="zh-CN" sz="2000"/>
              <a:t>     </a:t>
            </a:r>
            <a:r>
              <a:rPr lang="zh-CN" altLang="en-US" sz="2000"/>
              <a:t>向秀本，汉代有</a:t>
            </a:r>
            <a:r>
              <a:rPr lang="en-US" altLang="zh-CN" sz="2000"/>
              <a:t>52</a:t>
            </a:r>
            <a:r>
              <a:rPr lang="zh-CN" altLang="en-US" sz="2000"/>
              <a:t>篇本</a:t>
            </a:r>
            <a:endParaRPr lang="zh-CN" altLang="en-US" sz="2000"/>
          </a:p>
          <a:p>
            <a:pPr>
              <a:lnSpc>
                <a:spcPct val="100000"/>
              </a:lnSpc>
            </a:pPr>
            <a:r>
              <a:rPr lang="zh-CN" altLang="en-US" sz="2000"/>
              <a:t> </a:t>
            </a:r>
            <a:r>
              <a:rPr lang="en-US" altLang="zh-CN" sz="2000"/>
              <a:t>                             </a:t>
            </a:r>
            <a:r>
              <a:rPr lang="en-US" altLang="zh-CN" sz="2000"/>
              <a:t>     </a:t>
            </a:r>
            <a:r>
              <a:rPr lang="en-US" altLang="zh-CN" sz="2000" u="sng"/>
              <a:t>  </a:t>
            </a:r>
            <a:r>
              <a:rPr lang="zh-CN" altLang="en-US" sz="2000" u="sng"/>
              <a:t>庄子 ≠《庄子</a:t>
            </a:r>
            <a:r>
              <a:rPr lang="zh-CN" altLang="en-US" sz="2000" u="sng">
                <a:sym typeface="+mn-ea"/>
              </a:rPr>
              <a:t>》</a:t>
            </a:r>
            <a:r>
              <a:rPr lang="en-US" altLang="zh-CN" sz="2000" u="sng"/>
              <a:t>  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400"/>
              <a:t> 艺术风格</a:t>
            </a:r>
            <a:r>
              <a:rPr lang="en-US" altLang="zh-CN" sz="2000"/>
              <a:t>      </a:t>
            </a:r>
            <a:r>
              <a:rPr lang="zh-CN" altLang="en-US" sz="2000" b="1"/>
              <a:t>三言</a:t>
            </a:r>
            <a:r>
              <a:rPr lang="zh-CN" altLang="en-US" sz="2000"/>
              <a:t>：寓言、重言、卮言；南方文化影响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4.  </a:t>
            </a:r>
            <a:r>
              <a:rPr lang="en-US" altLang="zh-CN" sz="2400"/>
              <a:t>后代影响</a:t>
            </a:r>
            <a:r>
              <a:rPr lang="zh-CN" altLang="en-US" sz="2400"/>
              <a:t> </a:t>
            </a:r>
            <a:r>
              <a:rPr lang="en-US" altLang="zh-CN" sz="2400"/>
              <a:t>  </a:t>
            </a:r>
            <a:r>
              <a:rPr lang="zh-CN" altLang="en-US" sz="2400"/>
              <a:t> </a:t>
            </a:r>
            <a:r>
              <a:rPr lang="en-US" altLang="zh-CN" sz="2000"/>
              <a:t> </a:t>
            </a:r>
            <a:r>
              <a:rPr lang="zh-CN" altLang="en-US" sz="2000"/>
              <a:t>道家代表人物；儒道互补；玄学；</a:t>
            </a:r>
            <a:r>
              <a:rPr lang="zh-CN" altLang="en-US" sz="2000">
                <a:sym typeface="+mn-ea"/>
              </a:rPr>
              <a:t>佛教</a:t>
            </a:r>
            <a:endParaRPr lang="zh-CN" altLang="en-US" sz="20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/>
              <a:t>5.  </a:t>
            </a:r>
            <a:r>
              <a:rPr lang="en-US" altLang="zh-CN" sz="2400" b="1">
                <a:highlight>
                  <a:srgbClr val="FFFF00"/>
                </a:highlight>
              </a:rPr>
              <a:t>哲学命题</a:t>
            </a:r>
            <a:r>
              <a:rPr lang="en-US" altLang="zh-CN" sz="2400"/>
              <a:t>     </a:t>
            </a:r>
            <a:r>
              <a:rPr lang="zh-CN" altLang="en-US" sz="2000"/>
              <a:t>知识的有限性；无待（物物而不物于物）；</a:t>
            </a:r>
            <a:r>
              <a:rPr lang="zh-CN" altLang="en-US" sz="2000">
                <a:sym typeface="+mn-ea"/>
              </a:rPr>
              <a:t>小大之辩（时</a:t>
            </a:r>
            <a:endParaRPr lang="zh-CN" altLang="en-US" sz="20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2000">
                <a:sym typeface="+mn-ea"/>
              </a:rPr>
              <a:t> </a:t>
            </a:r>
            <a:r>
              <a:rPr lang="en-US" altLang="zh-CN" sz="2000">
                <a:sym typeface="+mn-ea"/>
              </a:rPr>
              <a:t>                           </a:t>
            </a:r>
            <a:r>
              <a:rPr lang="zh-CN" altLang="en-US" sz="2000">
                <a:sym typeface="+mn-ea"/>
              </a:rPr>
              <a:t>间空间突破）；齐物（万物为一）；物化（化蝶）</a:t>
            </a:r>
            <a:endParaRPr lang="zh-CN" altLang="en-US" sz="200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ym typeface="+mn-ea"/>
              </a:rPr>
              <a:t>6.  </a:t>
            </a:r>
            <a:r>
              <a:rPr lang="en-US" altLang="zh-CN" sz="2400" b="1">
                <a:sym typeface="+mn-ea"/>
              </a:rPr>
              <a:t>寓言故事</a:t>
            </a:r>
            <a:r>
              <a:rPr lang="en-US" altLang="zh-CN" sz="2400">
                <a:sym typeface="+mn-ea"/>
              </a:rPr>
              <a:t>     </a:t>
            </a:r>
            <a:r>
              <a:rPr lang="zh-CN" altLang="en-US" sz="2000">
                <a:sym typeface="+mn-ea"/>
              </a:rPr>
              <a:t>曳尾涂中、鼓盆而歌、庖丁解牛、鹓鶵腐鼠、扶摇直上、</a:t>
            </a:r>
            <a:r>
              <a:rPr lang="en-US" altLang="zh-CN" sz="2000">
                <a:sym typeface="+mn-ea"/>
              </a:rPr>
              <a:t>  </a:t>
            </a:r>
            <a:endParaRPr lang="en-US" altLang="zh-CN" sz="20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2000">
                <a:sym typeface="+mn-ea"/>
              </a:rPr>
              <a:t>                            </a:t>
            </a:r>
            <a:r>
              <a:rPr lang="zh-CN" altLang="en-US" sz="2000">
                <a:sym typeface="+mn-ea"/>
              </a:rPr>
              <a:t>朝三暮四、沉鱼落雁</a:t>
            </a:r>
            <a:r>
              <a:rPr lang="en-US" altLang="zh-CN" sz="2000">
                <a:sym typeface="+mn-ea"/>
              </a:rPr>
              <a:t>  ……  </a:t>
            </a:r>
            <a:r>
              <a:rPr lang="zh-CN" altLang="en-US" sz="20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（自行补充）</a:t>
            </a:r>
            <a:endParaRPr lang="en-US" altLang="zh-CN" sz="2000"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000">
              <a:sym typeface="+mn-ea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5507990" y="2493010"/>
            <a:ext cx="28829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31595" y="6093460"/>
            <a:ext cx="63290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《逍遥游》与《齐物论》：《庄子》的自由与平等观</a:t>
            </a:r>
            <a:endParaRPr lang="zh-CN" altLang="en-US" sz="2000" b="1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1505" y="548640"/>
            <a:ext cx="17907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4000"/>
              <a:t>《史记》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323850" y="1484630"/>
            <a:ext cx="868807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2400"/>
              <a:t>1. </a:t>
            </a:r>
            <a:r>
              <a:rPr lang="zh-CN" altLang="en-US" sz="2400"/>
              <a:t>司马迁生平</a:t>
            </a:r>
            <a:r>
              <a:rPr lang="en-US" altLang="zh-CN" sz="2000"/>
              <a:t>    </a:t>
            </a:r>
            <a:r>
              <a:rPr lang="zh-CN" altLang="en-US" sz="2000"/>
              <a:t>史官家族；壮游天下；参与封禅；受宫刑发愤著述（李陵）</a:t>
            </a:r>
            <a:r>
              <a:rPr lang="en-US" altLang="zh-CN" sz="2000"/>
              <a:t> </a:t>
            </a:r>
            <a:endParaRPr lang="en-US" altLang="zh-CN" sz="2000"/>
          </a:p>
          <a:p>
            <a:pPr algn="just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400"/>
              <a:t>《史记》体例</a:t>
            </a:r>
            <a:r>
              <a:rPr lang="en-US" altLang="zh-CN" sz="2400"/>
              <a:t> </a:t>
            </a:r>
            <a:r>
              <a:rPr lang="en-US" altLang="zh-CN" sz="2000"/>
              <a:t>  </a:t>
            </a:r>
            <a:r>
              <a:rPr lang="zh-CN" altLang="en-US" sz="2000"/>
              <a:t>纪传体通史；寓褒贬：如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项羽本纪，孔子、陈涉世家，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</a:t>
            </a:r>
            <a:endParaRPr lang="en-US" altLang="zh-CN" sz="2000" dirty="0">
              <a:latin typeface="宋体" panose="02010600030101010101" pitchFamily="2" charset="-122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                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降叛乱诸侯王为列传；</a:t>
            </a:r>
            <a:endParaRPr lang="zh-CN" altLang="en-US" sz="2000" dirty="0">
              <a:latin typeface="宋体" panose="02010600030101010101" pitchFamily="2" charset="-122"/>
              <a:sym typeface="+mn-ea"/>
            </a:endParaRPr>
          </a:p>
          <a:p>
            <a:pPr algn="just">
              <a:lnSpc>
                <a:spcPct val="100000"/>
              </a:lnSpc>
            </a:pP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               </a:t>
            </a:r>
            <a:r>
              <a:rPr lang="zh-CN" altLang="en-US" sz="2000" b="1">
                <a:highlight>
                  <a:srgbClr val="FFFF00"/>
                </a:highlight>
              </a:rPr>
              <a:t>五体</a:t>
            </a:r>
            <a:r>
              <a:rPr lang="zh-CN" altLang="en-US" sz="2000"/>
              <a:t>：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本纪、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书、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世家、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70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列传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400"/>
              <a:t>《史记》流传</a:t>
            </a:r>
            <a:r>
              <a:rPr lang="en-US" altLang="zh-CN" sz="2000"/>
              <a:t>   </a:t>
            </a:r>
            <a:r>
              <a:rPr lang="en-US" altLang="zh-CN" sz="2000">
                <a:latin typeface="宋体" panose="02010600030101010101" pitchFamily="2" charset="-122"/>
              </a:rPr>
              <a:t>10</a:t>
            </a:r>
            <a:r>
              <a:rPr lang="zh-CN" altLang="en-US" sz="2000"/>
              <a:t>篇有目无书；褚少孙补：《武帝纪》《三王世家》</a:t>
            </a:r>
            <a:endParaRPr lang="zh-CN" altLang="en-US" sz="2000"/>
          </a:p>
          <a:p>
            <a:pPr algn="just">
              <a:lnSpc>
                <a:spcPct val="100000"/>
              </a:lnSpc>
            </a:pPr>
            <a:r>
              <a:rPr lang="zh-CN" altLang="en-US" sz="2000"/>
              <a:t> </a:t>
            </a:r>
            <a:r>
              <a:rPr lang="en-US" altLang="zh-CN" sz="2000"/>
              <a:t>                              </a:t>
            </a:r>
            <a:r>
              <a:rPr lang="zh-CN" altLang="en-US" sz="2000"/>
              <a:t>《龟策列传》《日者列传》</a:t>
            </a:r>
            <a:endParaRPr lang="zh-CN" altLang="en-US" sz="2000"/>
          </a:p>
          <a:p>
            <a:pPr algn="just">
              <a:lnSpc>
                <a:spcPct val="100000"/>
              </a:lnSpc>
            </a:pPr>
            <a:r>
              <a:rPr lang="zh-CN" altLang="en-US" sz="2000"/>
              <a:t> </a:t>
            </a:r>
            <a:r>
              <a:rPr lang="en-US" altLang="zh-CN" sz="2000"/>
              <a:t>                                </a:t>
            </a:r>
            <a:r>
              <a:rPr lang="zh-CN" altLang="en-US" sz="2000"/>
              <a:t>三家注：南朝宋的裴骃《史记集解》、唐司马贞《史 记</a:t>
            </a:r>
            <a:endParaRPr lang="zh-CN" altLang="en-US" sz="2000"/>
          </a:p>
          <a:p>
            <a:pPr algn="just">
              <a:lnSpc>
                <a:spcPct val="100000"/>
              </a:lnSpc>
            </a:pPr>
            <a:r>
              <a:rPr lang="zh-CN" altLang="en-US" sz="2000"/>
              <a:t> </a:t>
            </a:r>
            <a:r>
              <a:rPr lang="en-US" altLang="zh-CN" sz="2000"/>
              <a:t>                                </a:t>
            </a:r>
            <a:r>
              <a:rPr lang="zh-CN" altLang="en-US" sz="2000"/>
              <a:t>索隐》、唐张守节《史记正义》</a:t>
            </a:r>
            <a:endParaRPr lang="zh-CN" altLang="en-US" sz="2000"/>
          </a:p>
          <a:p>
            <a:pPr algn="just">
              <a:lnSpc>
                <a:spcPct val="100000"/>
              </a:lnSpc>
            </a:pPr>
            <a:r>
              <a:rPr lang="en-US" altLang="zh-CN" sz="2000"/>
              <a:t>                                 </a:t>
            </a:r>
            <a:r>
              <a:rPr lang="zh-CN" altLang="en-US" sz="2000"/>
              <a:t>西汉：谤书；杨恽传至民间；宋、明、清</a:t>
            </a:r>
            <a:endParaRPr lang="zh-CN" altLang="en-US" sz="2000"/>
          </a:p>
          <a:p>
            <a:pPr algn="just">
              <a:lnSpc>
                <a:spcPct val="150000"/>
              </a:lnSpc>
            </a:pPr>
            <a:r>
              <a:rPr lang="en-US" altLang="zh-CN" sz="2000"/>
              <a:t>4. </a:t>
            </a:r>
            <a:r>
              <a:rPr lang="zh-CN" altLang="en-US" sz="2400"/>
              <a:t>《史记》宗旨</a:t>
            </a:r>
            <a:r>
              <a:rPr lang="en-US" altLang="zh-CN" sz="2000"/>
              <a:t>     </a:t>
            </a:r>
            <a:r>
              <a:rPr lang="zh-CN" altLang="en-US" sz="2000"/>
              <a:t>究天人之际：肯定天命、重视人事</a:t>
            </a:r>
            <a:endParaRPr lang="zh-CN" altLang="en-US" sz="2000"/>
          </a:p>
          <a:p>
            <a:pPr algn="just">
              <a:lnSpc>
                <a:spcPct val="100000"/>
              </a:lnSpc>
            </a:pPr>
            <a:r>
              <a:rPr lang="zh-CN" altLang="en-US" sz="2000"/>
              <a:t> </a:t>
            </a:r>
            <a:r>
              <a:rPr lang="en-US" altLang="zh-CN" sz="2000"/>
              <a:t>                                  </a:t>
            </a:r>
            <a:r>
              <a:rPr lang="zh-CN" altLang="en-US" sz="2000"/>
              <a:t>通古今之变：原始察终，见盛观衰</a:t>
            </a:r>
            <a:endParaRPr lang="zh-CN" altLang="en-US" sz="2000"/>
          </a:p>
          <a:p>
            <a:pPr algn="just">
              <a:lnSpc>
                <a:spcPct val="100000"/>
              </a:lnSpc>
            </a:pPr>
            <a:r>
              <a:rPr lang="zh-CN" altLang="en-US" sz="2000"/>
              <a:t> </a:t>
            </a:r>
            <a:r>
              <a:rPr lang="en-US" altLang="zh-CN" sz="2000"/>
              <a:t>                                  </a:t>
            </a:r>
            <a:r>
              <a:rPr lang="zh-CN" altLang="en-US" sz="2000"/>
              <a:t>成一家之言：</a:t>
            </a:r>
            <a:r>
              <a:rPr lang="zh-CN" altLang="en-US" sz="2000" dirty="0">
                <a:latin typeface="+mn-ea"/>
                <a:sym typeface="+mn-ea"/>
              </a:rPr>
              <a:t>融贯百家，独到见解</a:t>
            </a:r>
            <a:endParaRPr lang="zh-CN" altLang="en-US" sz="2000"/>
          </a:p>
          <a:p>
            <a:pPr algn="just"/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2267585" y="6236970"/>
            <a:ext cx="5179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《太史公自序》</a:t>
            </a:r>
            <a:r>
              <a:rPr lang="en-US" altLang="zh-CN" b="1">
                <a:sym typeface="+mn-ea"/>
              </a:rPr>
              <a:t>+</a:t>
            </a:r>
            <a:r>
              <a:rPr lang="zh-CN" altLang="en-US" b="1">
                <a:sym typeface="+mn-ea"/>
              </a:rPr>
              <a:t>《游侠列传》《货殖列传》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7995" y="548640"/>
            <a:ext cx="3048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《世说新语》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492125" y="1628775"/>
            <a:ext cx="8433435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 </a:t>
            </a:r>
            <a:r>
              <a:rPr lang="zh-CN" altLang="en-US" sz="2400"/>
              <a:t>背景</a:t>
            </a:r>
            <a:r>
              <a:rPr lang="en-US" altLang="zh-CN" sz="2400"/>
              <a:t>    </a:t>
            </a:r>
            <a:r>
              <a:rPr lang="zh-CN" altLang="en-US" sz="2000"/>
              <a:t>东汉末年</a:t>
            </a:r>
            <a:r>
              <a:rPr lang="en-US" altLang="zh-CN" sz="2000"/>
              <a:t>-</a:t>
            </a:r>
            <a:r>
              <a:rPr lang="zh-CN" altLang="en-US" sz="2000"/>
              <a:t>魏晋南北朝（乱世、分裂、战争）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400"/>
              <a:t>体裁</a:t>
            </a:r>
            <a:r>
              <a:rPr lang="en-US" altLang="zh-CN" sz="2400"/>
              <a:t>    </a:t>
            </a:r>
            <a:r>
              <a:rPr lang="zh-CN" altLang="en-US" sz="2000"/>
              <a:t>六朝志人小说；三十六门：</a:t>
            </a:r>
            <a:r>
              <a:rPr lang="zh-CN" altLang="en-US" sz="2000" dirty="0">
                <a:sym typeface="+mn-ea"/>
              </a:rPr>
              <a:t>德行、言语、政事、文学</a:t>
            </a:r>
            <a:r>
              <a:rPr lang="en-US" altLang="zh-CN" sz="2000" dirty="0">
                <a:sym typeface="+mn-ea"/>
              </a:rPr>
              <a:t>……</a:t>
            </a:r>
            <a:endParaRPr lang="en-US" altLang="zh-CN" sz="2000" dirty="0">
              <a:sym typeface="+mn-ea"/>
            </a:endParaRPr>
          </a:p>
          <a:p>
            <a:r>
              <a:rPr lang="en-US" altLang="zh-CN" sz="2000" dirty="0">
                <a:sym typeface="+mn-ea"/>
              </a:rPr>
              <a:t>                                                                </a:t>
            </a:r>
            <a:r>
              <a:rPr lang="zh-CN" altLang="en-US" sz="2000" dirty="0">
                <a:sym typeface="+mn-ea"/>
              </a:rPr>
              <a:t>这四个来源于《论语》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400"/>
              <a:t>作者与注者</a:t>
            </a:r>
            <a:r>
              <a:rPr lang="en-US" altLang="zh-CN" sz="2400"/>
              <a:t>    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作者：南朝宋的刘义庆（集体编纂）</a:t>
            </a:r>
            <a:endParaRPr lang="zh-CN" altLang="en-US" sz="2000" dirty="0">
              <a:latin typeface="宋体" panose="02010600030101010101" pitchFamily="2" charset="-122"/>
              <a:sym typeface="+mn-ea"/>
            </a:endParaRPr>
          </a:p>
          <a:p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注者：南朝梁的刘孝标（四大古注之一）</a:t>
            </a:r>
            <a:endParaRPr lang="zh-CN" altLang="en-US" sz="20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ym typeface="+mn-ea"/>
              </a:rPr>
              <a:t>4. </a:t>
            </a:r>
            <a:r>
              <a:rPr lang="en-US" altLang="zh-CN" sz="2400">
                <a:sym typeface="+mn-ea"/>
              </a:rPr>
              <a:t>魏晋风度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竹林七贤：阮籍、嵇康、山涛、刘伶、阮咸、向秀、王戎</a:t>
            </a:r>
            <a:endParaRPr lang="zh-CN" altLang="en-US" sz="2000" dirty="0">
              <a:latin typeface="宋体" panose="02010600030101010101" pitchFamily="2" charset="-122"/>
              <a:sym typeface="+mn-ea"/>
            </a:endParaRPr>
          </a:p>
          <a:p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思想特征：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越名教而任自然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、自由、放诞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对抗礼教</a:t>
            </a:r>
            <a:endParaRPr lang="zh-CN" altLang="en-US" sz="20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ym typeface="+mn-ea"/>
              </a:rPr>
              <a:t>5. </a:t>
            </a: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文化交流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南北交流：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“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汉化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”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“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胡化</a:t>
            </a:r>
            <a:r>
              <a:rPr lang="en-US" altLang="zh-CN" sz="2000" dirty="0">
                <a:latin typeface="宋体" panose="02010600030101010101" pitchFamily="2" charset="-122"/>
                <a:sym typeface="+mn-ea"/>
              </a:rPr>
              <a:t>”</a:t>
            </a:r>
            <a:endParaRPr lang="zh-CN" altLang="en-US" sz="2400" dirty="0">
              <a:latin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sym typeface="+mn-ea"/>
              </a:rPr>
              <a:t>6. </a:t>
            </a:r>
            <a:r>
              <a:rPr lang="zh-CN" altLang="en-US" sz="2400" dirty="0">
                <a:latin typeface="宋体" panose="02010600030101010101" pitchFamily="2" charset="-122"/>
                <a:sym typeface="+mn-ea"/>
              </a:rPr>
              <a:t>门阀士族</a:t>
            </a:r>
            <a:r>
              <a:rPr lang="zh-CN" altLang="en-US" sz="2000" dirty="0">
                <a:latin typeface="宋体" panose="02010600030101010101" pitchFamily="2" charset="-122"/>
                <a:sym typeface="+mn-ea"/>
              </a:rPr>
              <a:t>   东晋王、谢世家大族，以文传家；积极意义</a:t>
            </a:r>
            <a:endParaRPr lang="zh-CN" altLang="en-US" sz="2000" dirty="0">
              <a:latin typeface="宋体" panose="02010600030101010101" pitchFamily="2" charset="-122"/>
            </a:endParaRPr>
          </a:p>
          <a:p>
            <a:endParaRPr lang="zh-CN" altLang="en-US" sz="2000"/>
          </a:p>
          <a:p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2915920" y="6093460"/>
            <a:ext cx="31464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ym typeface="+mn-ea"/>
              </a:rPr>
              <a:t>《言语》《任诞》《雅量》</a:t>
            </a:r>
            <a:endParaRPr lang="zh-CN" altLang="en-US" sz="20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9115" y="476885"/>
            <a:ext cx="30943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《唐律疏议》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323850" y="1556385"/>
            <a:ext cx="863854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1. </a:t>
            </a:r>
            <a:r>
              <a:rPr lang="zh-CN" altLang="en-US" sz="2400"/>
              <a:t>形成</a:t>
            </a:r>
            <a:r>
              <a:rPr lang="en-US" altLang="zh-CN" sz="2000"/>
              <a:t>     </a:t>
            </a:r>
            <a:r>
              <a:rPr lang="zh-CN" altLang="en-US" sz="2000"/>
              <a:t>底本是</a:t>
            </a:r>
            <a:r>
              <a:rPr lang="zh-CN" altLang="en-US" sz="2000">
                <a:sym typeface="+mn-ea"/>
              </a:rPr>
              <a:t>隋文帝《开皇律》；内含《武德律》《贞观律》《开元律》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400"/>
              <a:t>2. </a:t>
            </a:r>
            <a:r>
              <a:rPr lang="zh-CN" altLang="en-US" sz="2400"/>
              <a:t>体例</a:t>
            </a:r>
            <a:r>
              <a:rPr lang="en-US" altLang="zh-CN" sz="2000"/>
              <a:t>     </a:t>
            </a:r>
            <a:r>
              <a:rPr lang="zh-CN" altLang="en-US" sz="2000"/>
              <a:t>律</a:t>
            </a:r>
            <a:r>
              <a:rPr lang="en-US" altLang="zh-CN" sz="2000"/>
              <a:t>+</a:t>
            </a:r>
            <a:r>
              <a:rPr lang="zh-CN" altLang="en-US" sz="2000"/>
              <a:t>疏（法条</a:t>
            </a:r>
            <a:r>
              <a:rPr lang="en-US" altLang="zh-CN" sz="2000"/>
              <a:t> +</a:t>
            </a:r>
            <a:r>
              <a:rPr lang="zh-CN" altLang="en-US" sz="2000"/>
              <a:t>司法解释）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400"/>
              <a:t>3. </a:t>
            </a:r>
            <a:r>
              <a:rPr lang="zh-CN" altLang="en-US" sz="2400"/>
              <a:t>价值</a:t>
            </a:r>
            <a:r>
              <a:rPr lang="en-US" altLang="zh-CN" sz="2000"/>
              <a:t>     中华法系的</a:t>
            </a:r>
            <a:r>
              <a:rPr lang="en-US" altLang="zh-CN" sz="2000">
                <a:sym typeface="+mn-ea"/>
              </a:rPr>
              <a:t>集大成之作</a:t>
            </a:r>
            <a:endParaRPr lang="en-US" altLang="zh-CN" sz="2000"/>
          </a:p>
          <a:p>
            <a:pPr>
              <a:lnSpc>
                <a:spcPct val="150000"/>
              </a:lnSpc>
            </a:pPr>
            <a:r>
              <a:rPr lang="en-US" altLang="zh-CN" sz="2400"/>
              <a:t>4. </a:t>
            </a:r>
            <a:r>
              <a:rPr lang="zh-CN" altLang="en-US" sz="2400"/>
              <a:t>特点</a:t>
            </a:r>
            <a:r>
              <a:rPr lang="en-US" altLang="zh-CN" sz="2000"/>
              <a:t>     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1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）古今之平：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体系完备：名例、事律、罪律、断狱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②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等级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严密：皇权至上（皇家、官僚、平民、贱民）</a:t>
            </a:r>
            <a:r>
              <a:rPr lang="zh-CN" altLang="en-US" sz="2000">
                <a:latin typeface="Calibri" panose="020F0502020204030204" charset="0"/>
                <a:cs typeface="宋体" panose="02010600030101010101" pitchFamily="2" charset="-122"/>
              </a:rPr>
              <a:t>③家族秩序：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亲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疏尊卑（丧服制：斩衰、齐衰、大功、小功、缌麻，由亲至疏）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b="1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000" b="1">
                <a:highlight>
                  <a:srgbClr val="FFFF00"/>
                </a:highlight>
                <a:latin typeface="宋体" panose="02010600030101010101" pitchFamily="2" charset="-122"/>
                <a:cs typeface="宋体" panose="02010600030101010101" pitchFamily="2" charset="-122"/>
              </a:rPr>
              <a:t>）一准乎礼：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儒法之争，唐律允许亲亲相隐，涉及谋反不行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/>
              <a:t>5. </a:t>
            </a:r>
            <a:r>
              <a:rPr lang="zh-CN" altLang="en-US" sz="2400" b="1">
                <a:highlight>
                  <a:srgbClr val="FFFF00"/>
                </a:highlight>
              </a:rPr>
              <a:t>十恶</a:t>
            </a:r>
            <a:r>
              <a:rPr lang="en-US" altLang="zh-CN" sz="2400" b="1">
                <a:highlight>
                  <a:srgbClr val="FFFF00"/>
                </a:highlight>
              </a:rPr>
              <a:t> </a:t>
            </a:r>
            <a:r>
              <a:rPr lang="en-US" altLang="zh-CN" sz="2000"/>
              <a:t>    </a:t>
            </a:r>
            <a:r>
              <a:rPr lang="zh-CN" altLang="en-US" sz="2000"/>
              <a:t>对皇权的侵害：谋反、谋大逆、谋叛、大不敬</a:t>
            </a:r>
            <a:endParaRPr lang="zh-CN" altLang="en-US" sz="2000"/>
          </a:p>
          <a:p>
            <a:r>
              <a:rPr lang="en-US" altLang="zh-CN" sz="2000"/>
              <a:t>                   </a:t>
            </a:r>
            <a:r>
              <a:rPr lang="zh-CN" altLang="en-US" sz="2000"/>
              <a:t>对伦理的侵害：恶逆、不孝、不睦、内乱、不义</a:t>
            </a:r>
            <a:endParaRPr lang="zh-CN" altLang="en-US" sz="2000"/>
          </a:p>
          <a:p>
            <a:r>
              <a:rPr lang="en-US" altLang="zh-CN" sz="2000"/>
              <a:t>                   </a:t>
            </a:r>
            <a:r>
              <a:rPr lang="zh-CN" altLang="en-US" sz="2000"/>
              <a:t>对人性的侵害：不道</a:t>
            </a:r>
            <a:endParaRPr lang="zh-CN" altLang="en-US" sz="2000"/>
          </a:p>
          <a:p>
            <a:r>
              <a:rPr lang="en-US" altLang="zh-CN" sz="2000"/>
              <a:t>                  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1865630" y="6022340"/>
            <a:ext cx="6844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难点：十恶的区分与判定</a:t>
            </a:r>
            <a:r>
              <a:rPr lang="en-US" altLang="zh-CN" b="1"/>
              <a:t>                </a:t>
            </a:r>
            <a:r>
              <a:rPr lang="zh-CN" altLang="en-US" b="1">
                <a:sym typeface="+mn-ea"/>
              </a:rPr>
              <a:t>《名例·十恶》</a:t>
            </a:r>
            <a:endParaRPr lang="en-US" altLang="zh-CN" b="1"/>
          </a:p>
        </p:txBody>
      </p:sp>
      <p:cxnSp>
        <p:nvCxnSpPr>
          <p:cNvPr id="5" name="直接箭头连接符 4"/>
          <p:cNvCxnSpPr/>
          <p:nvPr/>
        </p:nvCxnSpPr>
        <p:spPr>
          <a:xfrm>
            <a:off x="4713605" y="6206490"/>
            <a:ext cx="575945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7360" y="548640"/>
            <a:ext cx="3048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/>
              <a:t>《</a:t>
            </a:r>
            <a:r>
              <a:rPr lang="zh-CN" altLang="en-US" sz="4000"/>
              <a:t>传习录》</a:t>
            </a:r>
            <a:endParaRPr lang="zh-CN" altLang="en-US" sz="4000"/>
          </a:p>
        </p:txBody>
      </p:sp>
      <p:sp>
        <p:nvSpPr>
          <p:cNvPr id="3" name="文本框 2"/>
          <p:cNvSpPr txBox="1"/>
          <p:nvPr/>
        </p:nvSpPr>
        <p:spPr>
          <a:xfrm>
            <a:off x="394970" y="1628775"/>
            <a:ext cx="863727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1.</a:t>
            </a:r>
            <a:r>
              <a:rPr lang="en-US" altLang="zh-CN" sz="2400"/>
              <a:t> </a:t>
            </a:r>
            <a:r>
              <a:rPr lang="zh-CN" altLang="en-US" sz="2400"/>
              <a:t>宋明理学</a:t>
            </a:r>
            <a:r>
              <a:rPr lang="en-US" altLang="zh-CN" sz="2000"/>
              <a:t>     </a:t>
            </a:r>
            <a:r>
              <a:rPr lang="zh-CN" altLang="en-US" sz="2000"/>
              <a:t>代表人物：</a:t>
            </a:r>
            <a:r>
              <a:rPr lang="en-US" altLang="zh-CN" sz="2000"/>
              <a:t>宋初三先生、范仲淹、</a:t>
            </a:r>
            <a:r>
              <a:rPr lang="zh-CN" altLang="en-US" sz="2000"/>
              <a:t>王安石、周敦颐、二程、</a:t>
            </a:r>
            <a:endParaRPr lang="zh-CN" altLang="en-US" sz="2000"/>
          </a:p>
          <a:p>
            <a:r>
              <a:rPr lang="zh-CN" altLang="en-US" sz="2000"/>
              <a:t> </a:t>
            </a:r>
            <a:r>
              <a:rPr lang="en-US" altLang="zh-CN" sz="2000"/>
              <a:t>                          </a:t>
            </a:r>
            <a:r>
              <a:rPr lang="zh-CN" altLang="en-US" sz="2000"/>
              <a:t>张载、邵雍、朱熹、陆九渊、王守仁</a:t>
            </a:r>
            <a:endParaRPr lang="zh-CN" altLang="en-US" sz="2000"/>
          </a:p>
          <a:p>
            <a:r>
              <a:rPr lang="zh-CN" altLang="en-US" sz="2000"/>
              <a:t> </a:t>
            </a:r>
            <a:r>
              <a:rPr lang="en-US" altLang="zh-CN" sz="2000"/>
              <a:t>                          </a:t>
            </a:r>
            <a:r>
              <a:rPr lang="zh-CN" altLang="en-US" sz="2000"/>
              <a:t>宋明理学（广义）包括程朱理学与陆王心学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2.</a:t>
            </a:r>
            <a:r>
              <a:rPr lang="en-US" altLang="zh-CN" sz="2400"/>
              <a:t> </a:t>
            </a:r>
            <a:r>
              <a:rPr lang="zh-CN" altLang="en-US" sz="2400"/>
              <a:t>王阳明生平</a:t>
            </a:r>
            <a:r>
              <a:rPr lang="en-US" altLang="zh-CN" sz="2000"/>
              <a:t>    </a:t>
            </a:r>
            <a:r>
              <a:rPr lang="zh-CN" altLang="en-US" sz="2000"/>
              <a:t>名守仁，号阳明先生；五溺（学三变）；教三变</a:t>
            </a:r>
            <a:endParaRPr lang="zh-CN" altLang="en-US" sz="2000"/>
          </a:p>
          <a:p>
            <a:r>
              <a:rPr lang="zh-CN" altLang="en-US" sz="2000"/>
              <a:t> </a:t>
            </a:r>
            <a:r>
              <a:rPr lang="en-US" altLang="zh-CN" sz="2000"/>
              <a:t>                             </a:t>
            </a:r>
            <a:r>
              <a:rPr lang="zh-CN" altLang="en-US" sz="2000"/>
              <a:t>事迹：龙场悟道、平宁王朱宸濠之乱、剿匪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3.</a:t>
            </a:r>
            <a:r>
              <a:rPr lang="zh-CN" altLang="en-US" sz="2400"/>
              <a:t>《传习录》体例</a:t>
            </a:r>
            <a:r>
              <a:rPr lang="en-US" altLang="zh-CN" sz="2000"/>
              <a:t>      </a:t>
            </a:r>
            <a:r>
              <a:rPr lang="zh-CN" altLang="en-US" sz="2000"/>
              <a:t>书名源出《论语》；体裁：语录体（卷中为书信）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000"/>
              <a:t>4.</a:t>
            </a:r>
            <a:r>
              <a:rPr lang="en-US" altLang="zh-CN" sz="2000"/>
              <a:t> </a:t>
            </a:r>
            <a:r>
              <a:rPr lang="zh-CN" altLang="en-US" sz="2400">
                <a:highlight>
                  <a:srgbClr val="FFFF00"/>
                </a:highlight>
              </a:rPr>
              <a:t>王阳明思想</a:t>
            </a:r>
            <a:r>
              <a:rPr lang="en-US" altLang="zh-CN" sz="2000"/>
              <a:t>  </a:t>
            </a:r>
            <a:r>
              <a:rPr lang="zh-CN" altLang="en-US" sz="2000"/>
              <a:t>（</a:t>
            </a:r>
            <a:r>
              <a:rPr lang="en-US" altLang="zh-CN" sz="2000"/>
              <a:t>1</a:t>
            </a:r>
            <a:r>
              <a:rPr lang="zh-CN" altLang="en-US" sz="2000"/>
              <a:t>）心即理：陆九渊首倡；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区分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“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性即理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”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；王阳明的发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             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展：吾性自足，无须向外格物；心外无物、心外无理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000"/>
              <a:t>                            </a:t>
            </a:r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）知行合一：区分朱熹（知先行后，知轻行重、知行</a:t>
            </a:r>
            <a:endParaRPr lang="zh-CN" altLang="en-US" sz="2000"/>
          </a:p>
          <a:p>
            <a:r>
              <a:rPr lang="zh-CN" altLang="en-US" sz="2000"/>
              <a:t> </a:t>
            </a:r>
            <a:r>
              <a:rPr lang="en-US" altLang="zh-CN" sz="2000"/>
              <a:t>                            </a:t>
            </a:r>
            <a:r>
              <a:rPr lang="zh-CN" altLang="en-US" sz="2000"/>
              <a:t>相须）；王阳明：一念发动便是行，知行本体，知行合一</a:t>
            </a:r>
            <a:endParaRPr lang="zh-CN" altLang="en-US" sz="2000"/>
          </a:p>
          <a:p>
            <a:r>
              <a:rPr lang="en-US" altLang="zh-CN" sz="2000"/>
              <a:t>                            </a:t>
            </a:r>
            <a:r>
              <a:rPr lang="zh-CN" altLang="en-US" sz="2000"/>
              <a:t>（</a:t>
            </a:r>
            <a:r>
              <a:rPr lang="en-US" altLang="zh-CN" sz="2000"/>
              <a:t>3</a:t>
            </a:r>
            <a:r>
              <a:rPr lang="zh-CN" altLang="en-US" sz="2000"/>
              <a:t>）致良知：良知人人本有；不由见闻；自能判断是非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2195195" y="6165215"/>
            <a:ext cx="4575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重点：心与理，知与行的关系</a:t>
            </a:r>
            <a:endParaRPr lang="zh-CN" altLang="en-US" b="1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/>
          <p:nvPr>
            <p:custDataLst>
              <p:tags r:id="rId1"/>
            </p:custDataLst>
          </p:nvPr>
        </p:nvSpPr>
        <p:spPr>
          <a:xfrm>
            <a:off x="0" y="1628696"/>
            <a:ext cx="9144000" cy="29313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1033939" y="1"/>
            <a:ext cx="2481263" cy="5384164"/>
          </a:xfrm>
          <a:prstGeom prst="rect">
            <a:avLst/>
          </a:prstGeom>
          <a:solidFill>
            <a:schemeClr val="dk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20000"/>
              </a:lnSpc>
            </a:pPr>
            <a:endParaRPr lang="zh-CN" altLang="en-US" sz="13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3"/>
            </p:custDataLst>
          </p:nvPr>
        </p:nvCxnSpPr>
        <p:spPr>
          <a:xfrm flipH="1">
            <a:off x="6966857" y="1177834"/>
            <a:ext cx="2177142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 flipH="1">
            <a:off x="7467600" y="1018177"/>
            <a:ext cx="1676399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5"/>
            </p:custDataLst>
          </p:nvPr>
        </p:nvCxnSpPr>
        <p:spPr>
          <a:xfrm flipH="1">
            <a:off x="7979228" y="858520"/>
            <a:ext cx="1164772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>
            <p:custDataLst>
              <p:tags r:id="rId6"/>
            </p:custDataLst>
          </p:nvPr>
        </p:nvSpPr>
        <p:spPr>
          <a:xfrm>
            <a:off x="1115060" y="4293235"/>
            <a:ext cx="7164705" cy="2307590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600" b="1" spc="20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祝大家取得好成绩！学业精进！</a:t>
            </a:r>
            <a:endParaRPr lang="zh-CN" altLang="en-US" sz="3600" b="1" spc="200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7"/>
            </p:custDataLst>
          </p:nvPr>
        </p:nvSpPr>
        <p:spPr>
          <a:xfrm>
            <a:off x="539115" y="2061210"/>
            <a:ext cx="8210550" cy="2307590"/>
          </a:xfrm>
          <a:prstGeom prst="rect">
            <a:avLst/>
          </a:prstGeom>
          <a:noFill/>
        </p:spPr>
        <p:txBody>
          <a:bodyPr wrap="square" lIns="68580" tIns="34290" rIns="68580" bIns="34290" rtlCol="0" anchor="ctr">
            <a:normAutofit/>
          </a:bodyPr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800" spc="12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本学期文明经典课程涉及知识丰富</a:t>
            </a:r>
            <a:endParaRPr lang="zh-CN" altLang="en-US" sz="2800" spc="12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0" indent="0"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None/>
            </a:pPr>
            <a:r>
              <a:rPr lang="zh-CN" altLang="en-US" sz="2800" spc="12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总结有限</a:t>
            </a:r>
            <a:endParaRPr lang="zh-CN" altLang="en-US" sz="2800" spc="12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0" 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zh-CN" altLang="en-US" sz="3200" b="1" spc="12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未尽之处请自行复习</a:t>
            </a:r>
            <a:endParaRPr lang="zh-CN" altLang="en-US" sz="3200" b="1" spc="12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1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4113_1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9"/>
  <p:tag name="KSO_WM_UNIT_DEC_AREA_ID" val="1efb7449054049089677d74b1976f5c3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9429695d83e43e3b14d3f883bcbaeeb"/>
</p:tagLst>
</file>

<file path=ppt/tags/tag258.xml><?xml version="1.0" encoding="utf-8"?>
<p:tagLst xmlns:p="http://schemas.openxmlformats.org/presentationml/2006/main">
  <p:tag name="KSO_WM_UNIT_DEFAULT_FONT" val="18;28;2"/>
  <p:tag name="KSO_WM_UNIT_BLOCK" val="0"/>
  <p:tag name="KSO_WM_UNIT_ISCONTENTSTITLE" val="0"/>
  <p:tag name="KSO_WM_UNIT_ISNUMDGMTITLE" val="0"/>
  <p:tag name="KSO_WM_UNIT_PRESET_TEXT" val="单/击/此/处/添/加/副/标/题/内/容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4113_1*b*1"/>
  <p:tag name="KSO_WM_TEMPLATE_CATEGORY" val="custom"/>
  <p:tag name="KSO_WM_TEMPLATE_INDEX" val="20214113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d5c094d83cc74d7c9e4095c560ba8980"/>
  <p:tag name="KSO_WM_CHIP_FILLAREA_FILL_RULE" val="{&quot;fill_align&quot;:&quot;cm&quot;,&quot;fill_mode&quot;:&quot;adaptive&quot;,&quot;sacle_strategy&quot;:&quot;smart&quot;}"/>
  <p:tag name="KSO_WM_ASSEMBLE_CHIP_INDEX" val="97096415e4db4a51aeaac4c879644795"/>
  <p:tag name="KSO_WM_UNIT_TEXT_FILL_FORE_SCHEMECOLOR_INDEX_BRIGHTNESS" val="0.35"/>
  <p:tag name="KSO_WM_UNIT_TEXT_FILL_FORE_SCHEMECOLOR_INDEX" val="13"/>
  <p:tag name="KSO_WM_UNIT_TEXT_FILL_TYPE" val="1"/>
  <p:tag name="KSO_WM_TEMPLATE_ASSEMBLE_XID" val="5fa37381933986a28829d62f"/>
  <p:tag name="KSO_WM_TEMPLATE_ASSEMBLE_GROUPID" val="5f8e8eec67ec5bfe25c15d28"/>
</p:tagLst>
</file>

<file path=ppt/tags/tag259.xml><?xml version="1.0" encoding="utf-8"?>
<p:tagLst xmlns:p="http://schemas.openxmlformats.org/presentationml/2006/main">
  <p:tag name="KSO_WM_UNIT_DEFAULT_FONT" val="60;74;4"/>
  <p:tag name="KSO_WM_UNIT_BLOCK" val="0"/>
  <p:tag name="KSO_WM_UNIT_ISCONTENTSTITLE" val="0"/>
  <p:tag name="KSO_WM_UNIT_ISNUMDGMTITLE" val="0"/>
  <p:tag name="KSO_WM_UNIT_PRESET_TEXT" val="企业员工入职培训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4113_1*a*1"/>
  <p:tag name="KSO_WM_TEMPLATE_CATEGORY" val="custom"/>
  <p:tag name="KSO_WM_TEMPLATE_INDEX" val="20214113"/>
  <p:tag name="KSO_WM_UNIT_LAYERLEVEL" val="1"/>
  <p:tag name="KSO_WM_TAG_VERSION" val="1.0"/>
  <p:tag name="KSO_WM_BEAUTIFY_FLAG" val="#wm#"/>
  <p:tag name="KSO_WM_CHIP_GROUPID" val="5ebd04330ac41c4a0a525403"/>
  <p:tag name="KSO_WM_CHIP_XID" val="5ebd04330ac41c4a0a525404"/>
  <p:tag name="KSO_WM_UNIT_DEC_AREA_ID" val="62ffb4cd7c7c424c80158c375f84607b"/>
  <p:tag name="KSO_WM_CHIP_FILLAREA_FILL_RULE" val="{&quot;fill_align&quot;:&quot;cm&quot;,&quot;fill_mode&quot;:&quot;adaptive&quot;,&quot;sacle_strategy&quot;:&quot;smart&quot;}"/>
  <p:tag name="KSO_WM_ASSEMBLE_CHIP_INDEX" val="97096415e4db4a51aeaac4c879644795"/>
  <p:tag name="KSO_WM_UNIT_TEXT_FILL_FORE_SCHEMECOLOR_INDEX_BRIGHTNESS" val="0.15"/>
  <p:tag name="KSO_WM_UNIT_TEXT_FILL_FORE_SCHEMECOLOR_INDEX" val="13"/>
  <p:tag name="KSO_WM_UNIT_TEXT_FILL_TYPE" val="1"/>
  <p:tag name="KSO_WM_TEMPLATE_ASSEMBLE_XID" val="5fa37381933986a28829d62f"/>
  <p:tag name="KSO_WM_TEMPLATE_ASSEMBLE_GROUPID" val="5f8e8eec67ec5bfe25c15d28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2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a"/>
  <p:tag name="KSO_WM_UNIT_DEC_AREA_ID" val="1d29e7a209a444f19b23c1b05a2016fa"/>
  <p:tag name="KSO_WM_UNIT_DECORATE_INFO" val=""/>
  <p:tag name="KSO_WM_UNIT_SM_LIMIT_TYPE" val=""/>
  <p:tag name="KSO_WM_CHIP_FILLAREA_FILL_RULE" val="{&quot;fill_align&quot;:&quot;lm&quot;,&quot;fill_effect&quot;:[],&quot;fill_mode&quot;:&quot;adaptive&quot;,&quot;sacle_strategy&quot;:&quot;stretch&quot;}"/>
  <p:tag name="KSO_WM_ASSEMBLE_CHIP_INDEX" val="417c196a475d46e18a4fac02fd150c37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d80c218e2fdc487b97e049be0d52eb4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5474dbd51f8468b9f8ad7d870eb125b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08d98ff62a9c4f7ba8dc9f9f5c1b6e8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1fac72de16b47c4bd1a936728e82acb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4113_1*b*1"/>
  <p:tag name="KSO_WM_TEMPLATE_CATEGORY" val="custom"/>
  <p:tag name="KSO_WM_TEMPLATE_INDEX" val="20214113"/>
  <p:tag name="KSO_WM_UNIT_LAYERLEVEL" val="1"/>
  <p:tag name="KSO_WM_TAG_VERSION" val="1.0"/>
  <p:tag name="KSO_WM_BEAUTIFY_FLAG" val="#wm#"/>
  <p:tag name="KSO_WM_UNIT_PRESET_TEXT" val="单击此处添加副标题内容"/>
  <p:tag name="KSO_WM_UNIT_DEFAULT_FONT" val="14;18;2"/>
  <p:tag name="KSO_WM_UNIT_BLOCK" val="0"/>
  <p:tag name="KSO_WM_UNIT_DEC_AREA_ID" val="e8fa248670bb422fadaadfedbdf0869e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df4a0b31fd7843a4b11614e0f0df28b9"/>
  <p:tag name="KSO_WM_UNIT_TEXT_FILL_FORE_SCHEMECOLOR_INDEX_BRIGHTNESS" val="0.35"/>
  <p:tag name="KSO_WM_UNIT_TEXT_FILL_FORE_SCHEMECOLOR_INDEX" val="13"/>
  <p:tag name="KSO_WM_UNIT_TEXT_FILL_TYPE" val="1"/>
  <p:tag name="KSO_WM_TEMPLATE_ASSEMBLE_XID" val="5fa37381933986a28829d60f"/>
  <p:tag name="KSO_WM_TEMPLATE_ASSEMBLE_GROUPID" val="5f8e8eec67ec5bfe25c15d28"/>
</p:tagLst>
</file>

<file path=ppt/tags/tag2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4113_1*a*1"/>
  <p:tag name="KSO_WM_TEMPLATE_CATEGORY" val="custom"/>
  <p:tag name="KSO_WM_TEMPLATE_INDEX" val="20214113"/>
  <p:tag name="KSO_WM_UNIT_LAYERLEVEL" val="1"/>
  <p:tag name="KSO_WM_TAG_VERSION" val="1.0"/>
  <p:tag name="KSO_WM_BEAUTIFY_FLAG" val="#wm#"/>
  <p:tag name="KSO_WM_UNIT_PRESET_TEXT" val="单击添加大标题"/>
  <p:tag name="KSO_WM_UNIT_DEFAULT_FONT" val="40;56;4"/>
  <p:tag name="KSO_WM_UNIT_BLOCK" val="0"/>
  <p:tag name="KSO_WM_UNIT_DEC_AREA_ID" val="2aebaf724f424eeaa429166436f7459f"/>
  <p:tag name="KSO_WM_CHIP_GROUPID" val="5ebe40d00ac41c4a0a525616"/>
  <p:tag name="KSO_WM_CHIP_XID" val="5ebe40d00ac41c4a0a525617"/>
  <p:tag name="KSO_WM_CHIP_FILLAREA_FILL_RULE" val="{&quot;fill_align&quot;:&quot;cm&quot;,&quot;fill_mode&quot;:&quot;adaptive&quot;,&quot;sacle_strategy&quot;:&quot;smart&quot;}"/>
  <p:tag name="KSO_WM_ASSEMBLE_CHIP_INDEX" val="df4a0b31fd7843a4b11614e0f0df28b9"/>
  <p:tag name="KSO_WM_UNIT_TEXT_FILL_FORE_SCHEMECOLOR_INDEX_BRIGHTNESS" val="0.15"/>
  <p:tag name="KSO_WM_UNIT_TEXT_FILL_FORE_SCHEMECOLOR_INDEX" val="13"/>
  <p:tag name="KSO_WM_UNIT_TEXT_FILL_TYPE" val="1"/>
  <p:tag name="KSO_WM_TEMPLATE_ASSEMBLE_XID" val="5fa37381933986a28829d60f"/>
  <p:tag name="KSO_WM_TEMPLATE_ASSEMBLE_GROUPID" val="5f8e8eec67ec5bfe25c15d28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2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a"/>
  <p:tag name="KSO_WM_UNIT_DEC_AREA_ID" val="af937dbe586c475e85c80b9ae594ccc3"/>
  <p:tag name="KSO_WM_UNIT_DECORATE_INFO" val=""/>
  <p:tag name="KSO_WM_UNIT_SM_LIMIT_TYPE" val=""/>
  <p:tag name="KSO_WM_CHIP_FILLAREA_FILL_RULE" val="{&quot;fill_align&quot;:&quot;rm&quot;,&quot;fill_effect&quot;:[],&quot;fill_mode&quot;:&quot;adaptive&quot;,&quot;sacle_strategy&quot;:&quot;stretch&quot;}"/>
  <p:tag name="KSO_WM_ASSEMBLE_CHIP_INDEX" val="265a20b0786c4851be8b17ef7e0c18a1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6e7134e9dba44e55ade5bde036ced522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de7ecc2ea03466ea87b435c9749f04f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u"/>
  <p:tag name="KSO_WM_UNIT_TYPE" val="i"/>
  <p:tag name="KSO_WM_UNIT_INDEX" val="1"/>
  <p:tag name="KSO_WM_UNIT_ID" val="chip20214113_1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9"/>
  <p:tag name="KSO_WM_UNIT_DEC_AREA_ID" val="1efb7449054049089677d74b1976f5c3"/>
  <p:tag name="KSO_WM_UNIT_DECORATE_INFO" val=""/>
  <p:tag name="KSO_WM_UNIT_SM_LIMIT_TYPE" val="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9429695d83e43e3b14d3f883bcbaeeb"/>
</p:tagLst>
</file>

<file path=ppt/tags/tag2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2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14113_1*b*1"/>
  <p:tag name="KSO_WM_TEMPLATE_CATEGORY" val="custom"/>
  <p:tag name="KSO_WM_TEMPLATE_INDEX" val="20214113"/>
  <p:tag name="KSO_WM_UNIT_LAYERLEVEL" val="1"/>
  <p:tag name="KSO_WM_TAG_VERSION" val="1.0"/>
  <p:tag name="KSO_WM_BEAUTIFY_FLAG" val="#wm#"/>
  <p:tag name="KSO_WM_UNIT_PRESET_TEXT" val="单击此处添加副标题内容"/>
  <p:tag name="KSO_WM_UNIT_DEFAULT_FONT" val="18;24;2"/>
  <p:tag name="KSO_WM_UNIT_BLOCK" val="0"/>
  <p:tag name="KSO_WM_UNIT_DEC_AREA_ID" val="f1e47ca517ed41e29f9bd62a7768694d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1ae18090cea548c5b88f31daa9c2c46f"/>
  <p:tag name="KSO_WM_UNIT_TEXT_FILL_FORE_SCHEMECOLOR_INDEX_BRIGHTNESS" val="0.35"/>
  <p:tag name="KSO_WM_UNIT_TEXT_FILL_FORE_SCHEMECOLOR_INDEX" val="13"/>
  <p:tag name="KSO_WM_UNIT_TEXT_FILL_TYPE" val="1"/>
  <p:tag name="KSO_WM_TEMPLATE_ASSEMBLE_XID" val="5fa37381933986a28829d653"/>
  <p:tag name="KSO_WM_TEMPLATE_ASSEMBLE_GROUPID" val="5f8e8eec67ec5bfe25c15d28"/>
</p:tagLst>
</file>

<file path=ppt/tags/tag281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14113_1*a*1"/>
  <p:tag name="KSO_WM_TEMPLATE_CATEGORY" val="custom"/>
  <p:tag name="KSO_WM_TEMPLATE_INDEX" val="20214113"/>
  <p:tag name="KSO_WM_UNIT_LAYERLEVEL" val="1"/>
  <p:tag name="KSO_WM_TAG_VERSION" val="1.0"/>
  <p:tag name="KSO_WM_BEAUTIFY_FLAG" val="#wm#"/>
  <p:tag name="KSO_WM_UNIT_PRESET_TEXT" val="谢谢观看"/>
  <p:tag name="KSO_WM_UNIT_DEFAULT_FONT" val="60;74;4"/>
  <p:tag name="KSO_WM_UNIT_BLOCK" val="0"/>
  <p:tag name="KSO_WM_UNIT_DEC_AREA_ID" val="db521253e1b641d6a1d0c6a0e92ce34e"/>
  <p:tag name="KSO_WM_CHIP_GROUPID" val="5ebe4d230ac41c4a0a525649"/>
  <p:tag name="KSO_WM_CHIP_XID" val="5ebe4d230ac41c4a0a52564a"/>
  <p:tag name="KSO_WM_CHIP_FILLAREA_FILL_RULE" val="{&quot;fill_align&quot;:&quot;cm&quot;,&quot;fill_mode&quot;:&quot;adaptive&quot;,&quot;sacle_strategy&quot;:&quot;smart&quot;}"/>
  <p:tag name="KSO_WM_ASSEMBLE_CHIP_INDEX" val="1ae18090cea548c5b88f31daa9c2c46f"/>
  <p:tag name="KSO_WM_UNIT_TEXT_FILL_FORE_SCHEMECOLOR_INDEX_BRIGHTNESS" val="0.15"/>
  <p:tag name="KSO_WM_UNIT_TEXT_FILL_FORE_SCHEMECOLOR_INDEX" val="13"/>
  <p:tag name="KSO_WM_UNIT_TEXT_FILL_TYPE" val="1"/>
  <p:tag name="KSO_WM_TEMPLATE_ASSEMBLE_XID" val="5fa37381933986a28829d653"/>
  <p:tag name="KSO_WM_TEMPLATE_ASSEMBLE_GROUPID" val="5f8e8eec67ec5bfe25c15d28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a819f39546fa49a9acb7503eb734f3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c3a6c57a3b4558a2d55bc1ea0a091c"/>
  <p:tag name="KSO_WM_SLIDE_BACKGROUND_TYPE" val="general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9f60176fa514494184d84795c665827a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e27d80a860e4bcfabd00e51348bc23a"/>
  <p:tag name="KSO_WM_SLIDE_BACKGROUND_TYPE" val="general"/>
</p:tagLst>
</file>

<file path=ppt/tags/tag284.xml><?xml version="1.0" encoding="utf-8"?>
<p:tagLst xmlns:p="http://schemas.openxmlformats.org/presentationml/2006/main">
  <p:tag name="KSO_WM_SLIDE_BACKGROUND_TYPE" val="general"/>
</p:tagLst>
</file>

<file path=ppt/tags/tag285.xml><?xml version="1.0" encoding="utf-8"?>
<p:tagLst xmlns:p="http://schemas.openxmlformats.org/presentationml/2006/main">
  <p:tag name="KSO_WM_SLIDE_BACKGROUND_TYPE" val="general"/>
</p:tagLst>
</file>

<file path=ppt/tags/tag286.xml><?xml version="1.0" encoding="utf-8"?>
<p:tagLst xmlns:p="http://schemas.openxmlformats.org/presentationml/2006/main">
  <p:tag name="KSO_WM_SLIDE_BACKGROUND_TYPE" val="general"/>
</p:tagLst>
</file>

<file path=ppt/tags/tag287.xml><?xml version="1.0" encoding="utf-8"?>
<p:tagLst xmlns:p="http://schemas.openxmlformats.org/presentationml/2006/main">
  <p:tag name="KSO_WM_SLIDE_BACKGROUND_TYPE" val="general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4113_5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d"/>
  <p:tag name="KSO_WM_UNIT_DEC_AREA_ID" val="4af1a38973b74799818b14436f6aee9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e3533bcef864f9384a1250edd2cec38"/>
  <p:tag name="KSO_WM_SLIDE_BACKGROUND_TYPE" val="frame"/>
  <p:tag name="KSO_WM_UNIT_TEXT_FILL_FORE_SCHEMECOLOR_INDEX_BRIGHTNESS" val="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b85e03b9de41443c93fe9b1559b78435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c8a9edbd7fd4a5f818eb633aeaf0087"/>
  <p:tag name="KSO_WM_SLIDE_BACKGROUND_TYPE" val="frame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39418d3bf67a4c60bb02e1fd7f3e7c9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3849d97ea007452b826aea5c7a2fc21e"/>
  <p:tag name="KSO_WM_SLIDE_BACKGROUND_TYPE" val="frame"/>
</p:tagLst>
</file>

<file path=ppt/tags/tag291.xml><?xml version="1.0" encoding="utf-8"?>
<p:tagLst xmlns:p="http://schemas.openxmlformats.org/presentationml/2006/main">
  <p:tag name="KSO_WM_SLIDE_BACKGROUND_TYPE" val="frame"/>
</p:tagLst>
</file>

<file path=ppt/tags/tag292.xml><?xml version="1.0" encoding="utf-8"?>
<p:tagLst xmlns:p="http://schemas.openxmlformats.org/presentationml/2006/main">
  <p:tag name="KSO_WM_SLIDE_BACKGROUND_TYPE" val="frame"/>
</p:tagLst>
</file>

<file path=ppt/tags/tag293.xml><?xml version="1.0" encoding="utf-8"?>
<p:tagLst xmlns:p="http://schemas.openxmlformats.org/presentationml/2006/main">
  <p:tag name="KSO_WM_SLIDE_BACKGROUND_TYPE" val="frame"/>
</p:tagLst>
</file>

<file path=ppt/tags/tag294.xml><?xml version="1.0" encoding="utf-8"?>
<p:tagLst xmlns:p="http://schemas.openxmlformats.org/presentationml/2006/main">
  <p:tag name="KSO_WM_SLIDE_BACKGROUND_TYPE" val="frame"/>
</p:tagLst>
</file>

<file path=ppt/tags/tag295.xml><?xml version="1.0" encoding="utf-8"?>
<p:tagLst xmlns:p="http://schemas.openxmlformats.org/presentationml/2006/main">
  <p:tag name="KSO_WM_SLIDE_BACKGROUND_TYPE" val="frame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4113_5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d"/>
  <p:tag name="KSO_WM_UNIT_DEC_AREA_ID" val="c2906ae55fee4f249db872bea06779c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90facd1375274f6b9b846d4f1a79734d"/>
  <p:tag name="KSO_WM_SLIDE_BACKGROUND_TYPE" val="leftRight"/>
  <p:tag name="KSO_WM_UNIT_TEXT_FILL_FORE_SCHEMECOLOR_INDEX_BRIGHTNESS" val="0"/>
  <p:tag name="KSO_WM_UNIT_TEXT_FILL_FORE_SCHEMECOLOR_INDEX" val="2"/>
  <p:tag name="KSO_WM_UNIT_TEXT_FILL_TYPE" val="1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561eaab514974e6bad9b20aaf5e5c668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810e4ab107441d491660796cac1b353"/>
  <p:tag name="KSO_WM_SLIDE_BACKGROUND_TYPE" val="leftRight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58d784dbc5ae41a099958b61edd531b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221e4e4d8cd436ab3c24638bd906db2"/>
  <p:tag name="KSO_WM_SLIDE_BACKGROUND_TYPE" val="leftRight"/>
</p:tagLst>
</file>

<file path=ppt/tags/tag299.xml><?xml version="1.0" encoding="utf-8"?>
<p:tagLst xmlns:p="http://schemas.openxmlformats.org/presentationml/2006/main">
  <p:tag name="KSO_WM_SLIDE_BACKGROUND_TYPE" val="leftRight"/>
</p:tagLst>
</file>

<file path=ppt/tags/tag300.xml><?xml version="1.0" encoding="utf-8"?>
<p:tagLst xmlns:p="http://schemas.openxmlformats.org/presentationml/2006/main">
  <p:tag name="KSO_WM_SLIDE_BACKGROUND_TYPE" val="leftRight"/>
</p:tagLst>
</file>

<file path=ppt/tags/tag301.xml><?xml version="1.0" encoding="utf-8"?>
<p:tagLst xmlns:p="http://schemas.openxmlformats.org/presentationml/2006/main">
  <p:tag name="KSO_WM_SLIDE_BACKGROUND_TYPE" val="leftRight"/>
</p:tagLst>
</file>

<file path=ppt/tags/tag302.xml><?xml version="1.0" encoding="utf-8"?>
<p:tagLst xmlns:p="http://schemas.openxmlformats.org/presentationml/2006/main">
  <p:tag name="KSO_WM_SLIDE_BACKGROUND_TYPE" val="leftRight"/>
</p:tagLst>
</file>

<file path=ppt/tags/tag303.xml><?xml version="1.0" encoding="utf-8"?>
<p:tagLst xmlns:p="http://schemas.openxmlformats.org/presentationml/2006/main">
  <p:tag name="KSO_WM_SLIDE_BACKGROUND_TYPE" val="leftRight"/>
</p:tagLst>
</file>

<file path=ppt/tags/tag304.xml><?xml version="1.0" encoding="utf-8"?>
<p:tagLst xmlns:p="http://schemas.openxmlformats.org/presentationml/2006/main">
  <p:tag name="KSO_WM_SLIDE_BACKGROUND_TYPE" val="leftRight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4113_5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d"/>
  <p:tag name="KSO_WM_UNIT_DEC_AREA_ID" val="dcc1e2a09961419182b8297ac67b975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76ffc3cbb3104ffb8be182a7a861a1b8"/>
  <p:tag name="KSO_WM_SLIDE_BACKGROUND_TYPE" val="topBottom"/>
  <p:tag name="KSO_WM_UNIT_TEXT_FILL_FORE_SCHEMECOLOR_INDEX_BRIGHTNESS" val="0"/>
  <p:tag name="KSO_WM_UNIT_TEXT_FILL_FORE_SCHEMECOLOR_INDEX" val="2"/>
  <p:tag name="KSO_WM_UNIT_TEXT_FILL_TYPE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4ca5d4c3adfd49f08d99b3e63f939c5f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bff7ad84f1394db687e33ab9f60da27c"/>
  <p:tag name="KSO_WM_SLIDE_BACKGROUND_TYPE" val="topBottom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b5d146b785854f2da1e1a4146493527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20feb452b6f04c1b88e1d8df72f2f721"/>
  <p:tag name="KSO_WM_SLIDE_BACKGROUND_TYPE" val="topBottom"/>
</p:tagLst>
</file>

<file path=ppt/tags/tag308.xml><?xml version="1.0" encoding="utf-8"?>
<p:tagLst xmlns:p="http://schemas.openxmlformats.org/presentationml/2006/main">
  <p:tag name="KSO_WM_SLIDE_BACKGROUND_TYPE" val="topBottom"/>
</p:tagLst>
</file>

<file path=ppt/tags/tag309.xml><?xml version="1.0" encoding="utf-8"?>
<p:tagLst xmlns:p="http://schemas.openxmlformats.org/presentationml/2006/main">
  <p:tag name="KSO_WM_SLIDE_BACKGROUND_TYPE" val="topBottom"/>
</p:tagLst>
</file>

<file path=ppt/tags/tag310.xml><?xml version="1.0" encoding="utf-8"?>
<p:tagLst xmlns:p="http://schemas.openxmlformats.org/presentationml/2006/main">
  <p:tag name="KSO_WM_SLIDE_BACKGROUND_TYPE" val="topBottom"/>
</p:tagLst>
</file>

<file path=ppt/tags/tag311.xml><?xml version="1.0" encoding="utf-8"?>
<p:tagLst xmlns:p="http://schemas.openxmlformats.org/presentationml/2006/main">
  <p:tag name="KSO_WM_SLIDE_BACKGROUND_TYPE" val="topBottom"/>
</p:tagLst>
</file>

<file path=ppt/tags/tag312.xml><?xml version="1.0" encoding="utf-8"?>
<p:tagLst xmlns:p="http://schemas.openxmlformats.org/presentationml/2006/main">
  <p:tag name="KSO_WM_SLIDE_BACKGROUND_TYPE" val="topBottom"/>
</p:tagLst>
</file>

<file path=ppt/tags/tag313.xml><?xml version="1.0" encoding="utf-8"?>
<p:tagLst xmlns:p="http://schemas.openxmlformats.org/presentationml/2006/main">
  <p:tag name="KSO_WM_SLIDE_BACKGROUND_TYPE" val="topBottom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4113_5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d"/>
  <p:tag name="KSO_WM_UNIT_DEC_AREA_ID" val="fd6fd7cd2a3046c9963418738fd912cb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5b5fa8589dd24811a3830ecb04f02be7"/>
  <p:tag name="KSO_WM_SLIDE_BACKGROUND_TYPE" val="bottomTop"/>
  <p:tag name="KSO_WM_UNIT_TEXT_FILL_FORE_SCHEMECOLOR_INDEX_BRIGHTNESS" val="0"/>
  <p:tag name="KSO_WM_UNIT_TEXT_FILL_FORE_SCHEMECOLOR_INDEX" val="2"/>
  <p:tag name="KSO_WM_UNIT_TEXT_FILL_TYPE" val="1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72b204b434714531862c60ab8d384b99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d78f0080b494a9c98a44e1f6485c814"/>
  <p:tag name="KSO_WM_SLIDE_BACKGROUND_TYPE" val="bottomTop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5321386263ba4a1f900a7cf28556f26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edd9045a998a4e099463c0c6ced4dd19"/>
  <p:tag name="KSO_WM_SLIDE_BACKGROUND_TYPE" val="bottomTop"/>
</p:tagLst>
</file>

<file path=ppt/tags/tag317.xml><?xml version="1.0" encoding="utf-8"?>
<p:tagLst xmlns:p="http://schemas.openxmlformats.org/presentationml/2006/main">
  <p:tag name="KSO_WM_SLIDE_BACKGROUND_TYPE" val="bottomTop"/>
</p:tagLst>
</file>

<file path=ppt/tags/tag318.xml><?xml version="1.0" encoding="utf-8"?>
<p:tagLst xmlns:p="http://schemas.openxmlformats.org/presentationml/2006/main">
  <p:tag name="KSO_WM_SLIDE_BACKGROUND_TYPE" val="bottomTop"/>
</p:tagLst>
</file>

<file path=ppt/tags/tag319.xml><?xml version="1.0" encoding="utf-8"?>
<p:tagLst xmlns:p="http://schemas.openxmlformats.org/presentationml/2006/main">
  <p:tag name="KSO_WM_SLIDE_BACKGROUND_TYPE" val="bottomTop"/>
</p:tagLst>
</file>

<file path=ppt/tags/tag320.xml><?xml version="1.0" encoding="utf-8"?>
<p:tagLst xmlns:p="http://schemas.openxmlformats.org/presentationml/2006/main">
  <p:tag name="KSO_WM_SLIDE_BACKGROUND_TYPE" val="bottomTop"/>
</p:tagLst>
</file>

<file path=ppt/tags/tag321.xml><?xml version="1.0" encoding="utf-8"?>
<p:tagLst xmlns:p="http://schemas.openxmlformats.org/presentationml/2006/main">
  <p:tag name="KSO_WM_SLIDE_BACKGROUND_TYPE" val="bottomTop"/>
</p:tagLst>
</file>

<file path=ppt/tags/tag322.xml><?xml version="1.0" encoding="utf-8"?>
<p:tagLst xmlns:p="http://schemas.openxmlformats.org/presentationml/2006/main">
  <p:tag name="KSO_WM_SLIDE_BACKGROUND_TYPE" val="bottomTop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4113_5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d"/>
  <p:tag name="KSO_WM_UNIT_DEC_AREA_ID" val="43e91cb3286e45aa9151b32e94b8b1b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ad1c9caf9c774a619a78be38bb7992db"/>
  <p:tag name="KSO_WM_SLIDE_BACKGROUND_TYPE" val="navigation"/>
  <p:tag name="KSO_WM_UNIT_TEXT_FILL_FORE_SCHEMECOLOR_INDEX_BRIGHTNESS" val="0"/>
  <p:tag name="KSO_WM_UNIT_TEXT_FILL_FORE_SCHEMECOLOR_INDEX" val="2"/>
  <p:tag name="KSO_WM_UNIT_TEXT_FILL_TYPE" val="1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fc4af9d1c22c40ea831ee3d3cea52651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46d3de379a784b1cbb90c50b7290f4ac"/>
  <p:tag name="KSO_WM_SLIDE_BACKGROUND_TYPE" val="navigation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1b8cad6eded043bf8c3450c5d466eee7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c6812cb057ee4988b8322468e67ed757"/>
  <p:tag name="KSO_WM_SLIDE_BACKGROUND_TYPE" val="navigation"/>
</p:tagLst>
</file>

<file path=ppt/tags/tag326.xml><?xml version="1.0" encoding="utf-8"?>
<p:tagLst xmlns:p="http://schemas.openxmlformats.org/presentationml/2006/main">
  <p:tag name="KSO_WM_SLIDE_BACKGROUND_TYPE" val="navigation"/>
</p:tagLst>
</file>

<file path=ppt/tags/tag327.xml><?xml version="1.0" encoding="utf-8"?>
<p:tagLst xmlns:p="http://schemas.openxmlformats.org/presentationml/2006/main">
  <p:tag name="KSO_WM_SLIDE_BACKGROUND_TYPE" val="navigation"/>
</p:tagLst>
</file>

<file path=ppt/tags/tag328.xml><?xml version="1.0" encoding="utf-8"?>
<p:tagLst xmlns:p="http://schemas.openxmlformats.org/presentationml/2006/main">
  <p:tag name="KSO_WM_SLIDE_BACKGROUND_TYPE" val="navigation"/>
</p:tagLst>
</file>

<file path=ppt/tags/tag329.xml><?xml version="1.0" encoding="utf-8"?>
<p:tagLst xmlns:p="http://schemas.openxmlformats.org/presentationml/2006/main">
  <p:tag name="KSO_WM_SLIDE_BACKGROUND_TYPE" val="navigation"/>
</p:tagLst>
</file>

<file path=ppt/tags/tag330.xml><?xml version="1.0" encoding="utf-8"?>
<p:tagLst xmlns:p="http://schemas.openxmlformats.org/presentationml/2006/main">
  <p:tag name="KSO_WM_SLIDE_BACKGROUND_TYPE" val="navigation"/>
</p:tagLst>
</file>

<file path=ppt/tags/tag331.xml><?xml version="1.0" encoding="utf-8"?>
<p:tagLst xmlns:p="http://schemas.openxmlformats.org/presentationml/2006/main">
  <p:tag name="KSO_WM_SLIDE_BACKGROUND_TYPE" val="navigation"/>
</p:tagLst>
</file>

<file path=ppt/tags/tag332.xml><?xml version="1.0" encoding="utf-8"?>
<p:tagLst xmlns:p="http://schemas.openxmlformats.org/presentationml/2006/main">
  <p:tag name="KSO_WM_SLIDE_BACKGROUND_TYPE" val="navigation"/>
</p:tagLst>
</file>

<file path=ppt/tags/tag333.xml><?xml version="1.0" encoding="utf-8"?>
<p:tagLst xmlns:p="http://schemas.openxmlformats.org/presentationml/2006/main">
  <p:tag name="KSO_WM_SLIDE_BACKGROUND_TYPE" val="navigation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chip20214113_5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d"/>
  <p:tag name="KSO_WM_UNIT_DEC_AREA_ID" val="12e4cd6b0a884ad4855d97b65c405493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09750de963fa49eaa98050dcb3cb0d3f"/>
  <p:tag name="KSO_WM_SLIDE_BACKGROUND_TYPE" val="belt"/>
  <p:tag name="KSO_WM_UNIT_TEXT_FILL_FORE_SCHEMECOLOR_INDEX_BRIGHTNESS" val="0"/>
  <p:tag name="KSO_WM_UNIT_TEXT_FILL_FORE_SCHEMECOLOR_INDEX" val="2"/>
  <p:tag name="KSO_WM_UNIT_TEXT_FILL_TYPE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3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b"/>
  <p:tag name="KSO_WM_UNIT_DEC_AREA_ID" val="bf2deb932c4e444ea4a548d45774b0f0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87fcb661bd824ab8961c0fc8cfbbec56"/>
  <p:tag name="KSO_WM_SLIDE_BACKGROUND_TYPE" val="belt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t"/>
  <p:tag name="KSO_WM_UNIT_TYPE" val="i"/>
  <p:tag name="KSO_WM_UNIT_INDEX" val="1"/>
  <p:tag name="KSO_WM_UNIT_ID" val="chip20214113_4*i*1"/>
  <p:tag name="KSO_WM_TEMPLATE_CATEGORY" val="chip"/>
  <p:tag name="KSO_WM_TEMPLATE_INDEX" val="20214113"/>
  <p:tag name="KSO_WM_UNIT_LAYERLEVEL" val="1"/>
  <p:tag name="KSO_WM_TAG_VERSION" val="1.0"/>
  <p:tag name="KSO_WM_BEAUTIFY_FLAG" val="#wm#"/>
  <p:tag name="KSO_WM_CHIP_GROUPID" val="5f8e8eec67ec5bfe25c15d28"/>
  <p:tag name="KSO_WM_CHIP_XID" val="5f8e8eec67ec5bfe25c15d2c"/>
  <p:tag name="KSO_WM_UNIT_DEC_AREA_ID" val="110f17f3341a442890156dadca074594"/>
  <p:tag name="KSO_WM_UNIT_DECORATE_INFO" val=""/>
  <p:tag name="KSO_WM_UNIT_SM_LIMIT_TYPE" val=""/>
  <p:tag name="KSO_WM_CHIP_FILLAREA_FILL_RULE" val="{&quot;fill_align&quot;:&quot;cm&quot;,&quot;fill_effect&quot;:[],&quot;fill_mode&quot;:&quot;full&quot;,&quot;sacle_strategy&quot;:&quot;stretch&quot;}"/>
  <p:tag name="KSO_WM_ASSEMBLE_CHIP_INDEX" val="1d0293b9e90040359410cb7180e75d89"/>
  <p:tag name="KSO_WM_SLIDE_BACKGROUND_TYPE" val="belt"/>
</p:tagLst>
</file>

<file path=ppt/tags/tag337.xml><?xml version="1.0" encoding="utf-8"?>
<p:tagLst xmlns:p="http://schemas.openxmlformats.org/presentationml/2006/main">
  <p:tag name="KSO_WM_SLIDE_BACKGROUND_TYPE" val="belt"/>
</p:tagLst>
</file>

<file path=ppt/tags/tag338.xml><?xml version="1.0" encoding="utf-8"?>
<p:tagLst xmlns:p="http://schemas.openxmlformats.org/presentationml/2006/main">
  <p:tag name="KSO_WM_SLIDE_BACKGROUND_TYPE" val="belt"/>
</p:tagLst>
</file>

<file path=ppt/tags/tag339.xml><?xml version="1.0" encoding="utf-8"?>
<p:tagLst xmlns:p="http://schemas.openxmlformats.org/presentationml/2006/main">
  <p:tag name="KSO_WM_SLIDE_BACKGROUND_TYPE" val="belt"/>
</p:tagLst>
</file>

<file path=ppt/tags/tag340.xml><?xml version="1.0" encoding="utf-8"?>
<p:tagLst xmlns:p="http://schemas.openxmlformats.org/presentationml/2006/main">
  <p:tag name="KSO_WM_SLIDE_BACKGROUND_TYPE" val="belt"/>
</p:tagLst>
</file>

<file path=ppt/tags/tag341.xml><?xml version="1.0" encoding="utf-8"?>
<p:tagLst xmlns:p="http://schemas.openxmlformats.org/presentationml/2006/main">
  <p:tag name="KSO_WM_SLIDE_BACKGROUND_TYPE" val="belt"/>
</p:tagLst>
</file>

<file path=ppt/tags/tag342.xml><?xml version="1.0" encoding="utf-8"?>
<p:tagLst xmlns:p="http://schemas.openxmlformats.org/presentationml/2006/main">
  <p:tag name="KSO_WM_TEMPLATE_CATEGORY" val="custom"/>
  <p:tag name="KSO_WM_TEMPLATE_INDEX" val="20214113"/>
</p:tagLst>
</file>

<file path=ppt/tags/tag343.xml><?xml version="1.0" encoding="utf-8"?>
<p:tagLst xmlns:p="http://schemas.openxmlformats.org/presentationml/2006/main">
  <p:tag name="KSO_WM_TEMPLATE_CATEGORY" val="custom"/>
  <p:tag name="KSO_WM_TEMPLATE_INDEX" val="20214113"/>
</p:tagLst>
</file>

<file path=ppt/tags/tag34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14113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6915_15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THANKS"/>
  <p:tag name="KSO_WM_UNIT_TEXT_FILL_FORE_SCHEMECOLOR_INDEX_BRIGHTNESS" val="0"/>
  <p:tag name="KSO_WM_UNIT_TEXT_FILL_FORE_SCHEMECOLOR_INDEX" val="5"/>
  <p:tag name="KSO_WM_UNIT_TEXT_FILL_TYPE" val="1"/>
</p:tagLst>
</file>

<file path=ppt/tags/tag346.xml><?xml version="1.0" encoding="utf-8"?>
<p:tagLst xmlns:p="http://schemas.openxmlformats.org/presentationml/2006/main">
  <p:tag name="KSO_WM_SLIDE_ID" val="custom20206915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6915"/>
  <p:tag name="KSO_WM_SLIDE_TYPE" val="endPage"/>
  <p:tag name="KSO_WM_SLIDE_SUBTYPE" val="pureTxt"/>
  <p:tag name="KSO_WM_SLIDE_LAYOUT" val="a"/>
  <p:tag name="KSO_WM_SLIDE_LAYOUT_CNT" val="1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UNIT_TYPE" val="i"/>
  <p:tag name="KSO_WM_UNIT_FILL_FORE_SCHEMECOLOR_INDEX_1_BRIGHTNESS" val="-0.1"/>
  <p:tag name="KSO_WM_UNIT_FILL_FORE_SCHEMECOLOR_INDEX_1" val="15"/>
  <p:tag name="KSO_WM_UNIT_FILL_FORE_SCHEMECOLOR_INDEX_1_POS" val="0"/>
  <p:tag name="KSO_WM_UNIT_FILL_FORE_SCHEMECOLOR_INDEX_1_TRANS" val="0.76"/>
  <p:tag name="KSO_WM_UNIT_FILL_FORE_SCHEMECOLOR_INDEX_2_BRIGHTNESS" val="0"/>
  <p:tag name="KSO_WM_UNIT_FILL_FORE_SCHEMECOLOR_INDEX_2" val="1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7133_1*i*2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9171e330b4d4b75a3109fe53261697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7133_1*i*3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791dc453c7ec463cbbb76f2023c9ee6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7133_1*i*4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120087fc6dd54088a9239f66b371b2c7"/>
  <p:tag name="KSO_WM_UNIT_DECORATE_INFO" val="{&quot;ReferentInfo&quot;:{&quot;Id&quot;:&quot;slide&quot;,&quot;X&quot;:{&quot;Pos&quot;:1},&quot;Y&quot;:{&quot;Pos&quot;:2}},&quot;DecorateInfoX&quot;:{&quot;Pos&quot;:2,&quot;IsAbs&quot;:false},&quot;DecorateInfoY&quot;:{&quot;Pos&quot;:2,&quot;IsAbs&quot;:fals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17133_1*i*5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d92f92e2eae74a15884aa942342f2c7e"/>
  <p:tag name="KSO_WM_UNIT_DECORATE_INFO" val="{&quot;ReferentInfo&quot;:{&quot;Id&quot;:&quot;slide&quot;,&quot;X&quot;:{&quot;Pos&quot;:1},&quot;Y&quot;:{&quot;Pos&quot;:2}},&quot;DecorateInfoX&quot;:{&quot;Pos&quot;:2,&quot;IsAbs&quot;:true},&quot;DecorateInfoY&quot;:{&quot;Pos&quot;:2,&quot;IsAbs&quot;:tru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133_1*a*1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e3592129520540638a9dbb5da0c6195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SM_LIMIT_TYPE" val="0"/>
  <p:tag name="KSO_WM_CHIP_FILLAREA_FILL_RULE" val="{&quot;fill_align&quot;:&quot;cm&quot;,&quot;fill_mode&quot;:&quot;full&quot;,&quot;sacle_strategy&quot;:&quot;smart&quot;}"/>
  <p:tag name="KSO_WM_ASSEMBLE_CHIP_INDEX" val="fd7aaa9c4f934b17a38539951959775a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38896a20c9383becde4ce49"/>
  <p:tag name="KSO_WM_TEMPLATE_ASSEMBLE_GROUPID" val="638896a20c9383becde4ce49"/>
</p:tagLst>
</file>

<file path=ppt/tags/tag35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133_1*f*1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1"/>
  <p:tag name="KSO_WM_UNIT_SHOW_EDIT_AREA_INDICATION" val="1"/>
  <p:tag name="KSO_WM_CHIP_GROUPID" val="5e6b05596848fb12bee65ac8"/>
  <p:tag name="KSO_WM_CHIP_XID" val="5e6b05596848fb12bee65aca"/>
  <p:tag name="KSO_WM_UNIT_DEC_AREA_ID" val="31fce954bca54fcaa1f69154e21ae2e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SM_LIMIT_TYPE" val="0"/>
  <p:tag name="KSO_WM_CHIP_FILLAREA_FILL_RULE" val="{&quot;fill_align&quot;:&quot;cm&quot;,&quot;fill_mode&quot;:&quot;full&quot;,&quot;sacle_strategy&quot;:&quot;smart&quot;}"/>
  <p:tag name="KSO_WM_ASSEMBLE_CHIP_INDEX" val="7a296f981cab48959a5f307673618f66"/>
  <p:tag name="KSO_WM_UNIT_SUPPORT_BIG_FONT" val="1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8896a20c9383becde4ce49"/>
  <p:tag name="KSO_WM_TEMPLATE_ASSEMBLE_GROUPID" val="638896a20c9383becde4ce49"/>
</p:tagLst>
</file>

<file path=ppt/tags/tag356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  <p:tag name="KSO_WM_SLIDE_ID" val="diagram20217133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12*540"/>
  <p:tag name="KSO_WM_SLIDE_POSITION" val="48*0"/>
  <p:tag name="KSO_WM_TAG_VERSION" val="1.0"/>
  <p:tag name="KSO_WM_SLIDE_LAYOUT" val="a_f"/>
  <p:tag name="KSO_WM_SLIDE_LAYOUT_CNT" val="1_1"/>
  <p:tag name="KSO_WM_SLIDE_LAYOUT_INFO" val="{&quot;direction&quot;:1,&quot;id&quot;:&quot;2022-12-01T19:57:28&quot;,&quot;maxSize&quot;:{&quot;size1&quot;:48.7},&quot;minSize&quot;:{&quot;size1&quot;:48.7},&quot;normalSize&quot;:{&quot;size1&quot;:48.7},&quot;subLayout&quot;:[{&quot;id&quot;:&quot;2022-12-01T19:57:28&quot;,&quot;margin&quot;:{&quot;bottom&quot;:5.502999782562256,&quot;left&quot;:2.222249984741211,&quot;right&quot;:2.222249984741211,&quot;top&quot;:5.502999782562256}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2-12-01T19:57:28&quot;,&quot;margin&quot;:{&quot;bottom&quot;:2.5399999618530273,&quot;left&quot;:1.9244998693466187,&quot;right&quot;:1.9049999713897705,&quot;top&quot;:2.5399999618530273}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36d539babe8ec16f203f1"/>
  <p:tag name="KSO_WM_CHIP_FILLPROP" val="[[{&quot;text_align&quot;:&quot;lm&quot;,&quot;text_direction&quot;:&quot;horizontal&quot;,&quot;support_big_font&quot;:true,&quot;picture_toward&quot;:0,&quot;picture_dockside&quot;:[],&quot;fill_id&quot;:&quot;f9dfab74f94a4bb584c528b40b4cf250&quot;,&quot;fill_align&quot;:&quot;cm&quot;,&quot;chip_types&quot;:[&quot;text&quot;,&quot;header&quot;]},{&quot;text_align&quot;:&quot;lm&quot;,&quot;text_direction&quot;:&quot;horizontal&quot;,&quot;support_features&quot;:[&quot;collage&quot;,&quot;carousel&quot;],&quot;support_big_font&quot;:true,&quot;picture_toward&quot;:0,&quot;picture_dockside&quot;:[],&quot;fill_id&quot;:&quot;e040e35873354f818e744026b452954f&quot;,&quot;fill_align&quot;:&quot;cm&quot;,&quot;chip_types&quot;:[&quot;text&quot;,&quot;picture&quot;,&quot;table&quot;,&quot;video&quot;]}]]"/>
  <p:tag name="KSO_WM_CHIP_DECFILLPROP" val="[]"/>
  <p:tag name="KSO_WM_CHIP_GROUPID" val="5f31095f9c36e2348c3ef645"/>
  <p:tag name="KSO_WM_SLIDE_BK_DARK_LIGHT" val="2"/>
  <p:tag name="KSO_WM_SLIDE_BACKGROUND_TYPE" val="leftRight"/>
  <p:tag name="KSO_WM_SLIDE_SUPPORT_FEATURE_TYPE" val="0"/>
  <p:tag name="KSO_WM_TEMPLATE_ASSEMBLE_XID" val="638896a20c9383becde4ce49"/>
  <p:tag name="KSO_WM_TEMPLATE_ASSEMBLE_GROUPID" val="638896a20c9383becde4ce49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5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UNIT_TYPE" val="i"/>
  <p:tag name="KSO_WM_UNIT_FILL_FORE_SCHEMECOLOR_INDEX_1_BRIGHTNESS" val="-0.1"/>
  <p:tag name="KSO_WM_UNIT_FILL_FORE_SCHEMECOLOR_INDEX_1" val="15"/>
  <p:tag name="KSO_WM_UNIT_FILL_FORE_SCHEMECOLOR_INDEX_1_POS" val="0"/>
  <p:tag name="KSO_WM_UNIT_FILL_FORE_SCHEMECOLOR_INDEX_1_TRANS" val="0.76"/>
  <p:tag name="KSO_WM_UNIT_FILL_FORE_SCHEMECOLOR_INDEX_2_BRIGHTNESS" val="0"/>
  <p:tag name="KSO_WM_UNIT_FILL_FORE_SCHEMECOLOR_INDEX_2" val="16"/>
  <p:tag name="KSO_WM_UNIT_FILL_FORE_SCHEMECOLOR_INDEX_2_POS" val="1"/>
  <p:tag name="KSO_WM_UNIT_FILL_FORE_SCHEMECOLOR_INDEX_2_TRANS" val="0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7133_1*i*2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9171e330b4d4b75a3109fe53261697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7133_1*i*3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791dc453c7ec463cbbb76f2023c9ee68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7133_1*i*4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120087fc6dd54088a9239f66b371b2c7"/>
  <p:tag name="KSO_WM_UNIT_DECORATE_INFO" val="{&quot;ReferentInfo&quot;:{&quot;Id&quot;:&quot;slide&quot;,&quot;X&quot;:{&quot;Pos&quot;:1},&quot;Y&quot;:{&quot;Pos&quot;:2}},&quot;DecorateInfoX&quot;:{&quot;Pos&quot;:2,&quot;IsAbs&quot;:false},&quot;DecorateInfoY&quot;:{&quot;Pos&quot;:2,&quot;IsAbs&quot;:fals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17133_1*i*5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d92f92e2eae74a15884aa942342f2c7e"/>
  <p:tag name="KSO_WM_UNIT_DECORATE_INFO" val="{&quot;ReferentInfo&quot;:{&quot;Id&quot;:&quot;slide&quot;,&quot;X&quot;:{&quot;Pos&quot;:1},&quot;Y&quot;:{&quot;Pos&quot;:2}},&quot;DecorateInfoX&quot;:{&quot;Pos&quot;:2,&quot;IsAbs&quot;:true},&quot;DecorateInfoY&quot;:{&quot;Pos&quot;:2,&quot;IsAbs&quot;:true},&quot;DecorateInfoW&quot;:{&quot;IsAbs&quot;:false},&quot;DecorateInfoH&quot;:{&quot;IsAbs&quot;:false},&quot;whChangeMode&quot;:1}"/>
  <p:tag name="KSO_WM_CHIP_GROUPID" val="5f31095f9c36e2348c3ef645"/>
  <p:tag name="KSO_WM_CHIP_XID" val="5fa36d539babe8ec16f203f1"/>
  <p:tag name="KSO_WM_TEMPLATE_ASSEMBLE_XID" val="638896a20c9383becde4ce49"/>
  <p:tag name="KSO_WM_TEMPLATE_ASSEMBLE_GROUPID" val="638896a20c9383becde4ce49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133_1*a*1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PRESET_TEXT" val="单击添加大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e3592129520540638a9dbb5da0c6195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SM_LIMIT_TYPE" val="0"/>
  <p:tag name="KSO_WM_CHIP_FILLAREA_FILL_RULE" val="{&quot;fill_align&quot;:&quot;cm&quot;,&quot;fill_mode&quot;:&quot;full&quot;,&quot;sacle_strategy&quot;:&quot;smart&quot;}"/>
  <p:tag name="KSO_WM_ASSEMBLE_CHIP_INDEX" val="fd7aaa9c4f934b17a38539951959775a"/>
  <p:tag name="KSO_WM_UNIT_SUPPORT_BIG_FONT" val="1"/>
  <p:tag name="KSO_WM_UNIT_TEXT_FILL_FORE_SCHEMECOLOR_INDEX_BRIGHTNESS" val="0"/>
  <p:tag name="KSO_WM_UNIT_TEXT_FILL_FORE_SCHEMECOLOR_INDEX" val="13"/>
  <p:tag name="KSO_WM_UNIT_TEXT_FILL_TYPE" val="1"/>
  <p:tag name="KSO_WM_TEMPLATE_ASSEMBLE_XID" val="638896a20c9383becde4ce49"/>
  <p:tag name="KSO_WM_TEMPLATE_ASSEMBLE_GROUPID" val="638896a20c9383becde4ce49"/>
</p:tagLst>
</file>

<file path=ppt/tags/tag365.xml><?xml version="1.0" encoding="utf-8"?>
<p:tagLst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地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地表达观点，往往事半功倍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133_1*f*1"/>
  <p:tag name="KSO_WM_TEMPLATE_CATEGORY" val="diagram"/>
  <p:tag name="KSO_WM_TEMPLATE_INDEX" val="20217133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1"/>
  <p:tag name="KSO_WM_UNIT_SHOW_EDIT_AREA_INDICATION" val="1"/>
  <p:tag name="KSO_WM_CHIP_GROUPID" val="5e6b05596848fb12bee65ac8"/>
  <p:tag name="KSO_WM_CHIP_XID" val="5e6b05596848fb12bee65aca"/>
  <p:tag name="KSO_WM_UNIT_DEC_AREA_ID" val="31fce954bca54fcaa1f69154e21ae2e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true},&quot;DecorateInfoH&quot;:{&quot;IsAbs&quot;:true},&quot;whChangeMode&quot;:0}"/>
  <p:tag name="KSO_WM_UNIT_SM_LIMIT_TYPE" val="0"/>
  <p:tag name="KSO_WM_CHIP_FILLAREA_FILL_RULE" val="{&quot;fill_align&quot;:&quot;cm&quot;,&quot;fill_mode&quot;:&quot;full&quot;,&quot;sacle_strategy&quot;:&quot;smart&quot;}"/>
  <p:tag name="KSO_WM_ASSEMBLE_CHIP_INDEX" val="7a296f981cab48959a5f307673618f66"/>
  <p:tag name="KSO_WM_UNIT_SUPPORT_BIG_FONT" val="1"/>
  <p:tag name="KSO_WM_UNIT_SUPPORT_UNIT_TYPE" val="[&quot;d&quot;,&quot;β&quot;,&quot;θ&quot;]"/>
  <p:tag name="KSO_WM_UNIT_TEXT_FILL_FORE_SCHEMECOLOR_INDEX_BRIGHTNESS" val="0.25"/>
  <p:tag name="KSO_WM_UNIT_TEXT_FILL_FORE_SCHEMECOLOR_INDEX" val="13"/>
  <p:tag name="KSO_WM_UNIT_TEXT_FILL_TYPE" val="1"/>
  <p:tag name="KSO_WM_TEMPLATE_ASSEMBLE_XID" val="638896a20c9383becde4ce49"/>
  <p:tag name="KSO_WM_TEMPLATE_ASSEMBLE_GROUPID" val="638896a20c9383becde4ce49"/>
</p:tagLst>
</file>

<file path=ppt/tags/tag366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  <p:tag name="KSO_WM_SLIDE_ID" val="diagram20217133_1"/>
  <p:tag name="KSO_WM_TEMPLATE_SUBCATEGORY" val="21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12*540"/>
  <p:tag name="KSO_WM_SLIDE_POSITION" val="48*0"/>
  <p:tag name="KSO_WM_TAG_VERSION" val="1.0"/>
  <p:tag name="KSO_WM_SLIDE_LAYOUT" val="a_f"/>
  <p:tag name="KSO_WM_SLIDE_LAYOUT_CNT" val="1_1"/>
  <p:tag name="KSO_WM_SLIDE_LAYOUT_INFO" val="{&quot;direction&quot;:1,&quot;id&quot;:&quot;2022-12-01T19:57:28&quot;,&quot;maxSize&quot;:{&quot;size1&quot;:48.7},&quot;minSize&quot;:{&quot;size1&quot;:48.7},&quot;normalSize&quot;:{&quot;size1&quot;:48.7},&quot;subLayout&quot;:[{&quot;id&quot;:&quot;2022-12-01T19:57:28&quot;,&quot;margin&quot;:{&quot;bottom&quot;:5.502999782562256,&quot;left&quot;:2.222249984741211,&quot;right&quot;:2.222249984741211,&quot;top&quot;:5.502999782562256}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2-12-01T19:57:28&quot;,&quot;margin&quot;:{&quot;bottom&quot;:2.5399999618530273,&quot;left&quot;:1.9244998693466187,&quot;right&quot;:1.9049999713897705,&quot;top&quot;:2.5399999618530273}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36d539babe8ec16f203f1"/>
  <p:tag name="KSO_WM_CHIP_FILLPROP" val="[[{&quot;text_align&quot;:&quot;lm&quot;,&quot;text_direction&quot;:&quot;horizontal&quot;,&quot;support_big_font&quot;:true,&quot;picture_toward&quot;:0,&quot;picture_dockside&quot;:[],&quot;fill_id&quot;:&quot;f9dfab74f94a4bb584c528b40b4cf250&quot;,&quot;fill_align&quot;:&quot;cm&quot;,&quot;chip_types&quot;:[&quot;text&quot;,&quot;header&quot;]},{&quot;text_align&quot;:&quot;lm&quot;,&quot;text_direction&quot;:&quot;horizontal&quot;,&quot;support_features&quot;:[&quot;collage&quot;,&quot;carousel&quot;],&quot;support_big_font&quot;:true,&quot;picture_toward&quot;:0,&quot;picture_dockside&quot;:[],&quot;fill_id&quot;:&quot;e040e35873354f818e744026b452954f&quot;,&quot;fill_align&quot;:&quot;cm&quot;,&quot;chip_types&quot;:[&quot;text&quot;,&quot;picture&quot;,&quot;table&quot;,&quot;video&quot;]}]]"/>
  <p:tag name="KSO_WM_CHIP_DECFILLPROP" val="[]"/>
  <p:tag name="KSO_WM_CHIP_GROUPID" val="5f31095f9c36e2348c3ef645"/>
  <p:tag name="KSO_WM_SLIDE_BK_DARK_LIGHT" val="2"/>
  <p:tag name="KSO_WM_SLIDE_BACKGROUND_TYPE" val="leftRight"/>
  <p:tag name="KSO_WM_SLIDE_SUPPORT_FEATURE_TYPE" val="0"/>
  <p:tag name="KSO_WM_TEMPLATE_ASSEMBLE_XID" val="638896a20c9383becde4ce49"/>
  <p:tag name="KSO_WM_TEMPLATE_ASSEMBLE_GROUPID" val="638896a20c9383becde4ce49"/>
</p:tagLst>
</file>

<file path=ppt/tags/tag367.xml><?xml version="1.0" encoding="utf-8"?>
<p:tagLst xmlns:p="http://schemas.openxmlformats.org/presentationml/2006/main">
  <p:tag name="KSO_WM_SLIDE_ID" val="custom20206915_9"/>
  <p:tag name="KSO_WM_TEMPLATE_SUBCATEGORY" val="0"/>
  <p:tag name="KSO_WM_TEMPLATE_MASTER_TYPE" val="1"/>
  <p:tag name="KSO_WM_TEMPLATE_COLOR_TYPE" val="1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06915"/>
  <p:tag name="KSO_WM_SLIDE_TYPE" val="text"/>
  <p:tag name="KSO_WM_SLIDE_SUBTYPE" val="pureTxt"/>
  <p:tag name="KSO_WM_SLIDE_SIZE" val="758*346"/>
  <p:tag name="KSO_WM_SLIDE_POSITION" val="100*95"/>
  <p:tag name="KSO_WM_SLIDE_LAYOUT" val="a_f"/>
  <p:tag name="KSO_WM_SLIDE_LAYOUT_CNT" val="1_1"/>
</p:tagLst>
</file>

<file path=ppt/tags/tag368.xml><?xml version="1.0" encoding="utf-8"?>
<p:tagLst xmlns:p="http://schemas.openxmlformats.org/presentationml/2006/main">
  <p:tag name="KSO_WM_SLIDE_ID" val="custom20206915_9"/>
  <p:tag name="KSO_WM_TEMPLATE_SUBCATEGORY" val="0"/>
  <p:tag name="KSO_WM_TEMPLATE_MASTER_TYPE" val="1"/>
  <p:tag name="KSO_WM_TEMPLATE_COLOR_TYPE" val="1"/>
  <p:tag name="KSO_WM_SLIDE_ITEM_CNT" val="0"/>
  <p:tag name="KSO_WM_SLIDE_INDEX" val="9"/>
  <p:tag name="KSO_WM_TAG_VERSION" val="1.0"/>
  <p:tag name="KSO_WM_BEAUTIFY_FLAG" val="#wm#"/>
  <p:tag name="KSO_WM_TEMPLATE_CATEGORY" val="custom"/>
  <p:tag name="KSO_WM_TEMPLATE_INDEX" val="20206915"/>
  <p:tag name="KSO_WM_SLIDE_TYPE" val="text"/>
  <p:tag name="KSO_WM_SLIDE_SUBTYPE" val="pureTxt"/>
  <p:tag name="KSO_WM_SLIDE_SIZE" val="758*346"/>
  <p:tag name="KSO_WM_SLIDE_POSITION" val="100*95"/>
  <p:tag name="KSO_WM_SLIDE_LAYOUT" val="a_f"/>
  <p:tag name="KSO_WM_SLIDE_LAYOUT_CNT" val="1_1"/>
</p:tagLst>
</file>

<file path=ppt/tags/tag369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0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1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2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3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4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5.xml><?xml version="1.0" encoding="utf-8"?>
<p:tagLst xmlns:p="http://schemas.openxmlformats.org/presentationml/2006/main">
  <p:tag name="KSO_WM_BEAUTIFY_FLAG" val="#wm#"/>
  <p:tag name="KSO_WM_TEMPLATE_CATEGORY" val="diagram"/>
  <p:tag name="KSO_WM_TEMPLATE_INDEX" val="20217133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4021_1*i*5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4021_1*i*4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4021_1*i*1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LINE_FORE_SCHEMECOLOR_INDEX_BRIGHTNESS" val="0.6"/>
  <p:tag name="KSO_WM_UNIT_LINE_FORE_SCHEMECOLOR_INDEX" val="5"/>
  <p:tag name="KSO_WM_UNIT_LINE_FILL_TYPE" val="2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4021_1*i*2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LINE_FORE_SCHEMECOLOR_INDEX_BRIGHTNESS" val="0.6"/>
  <p:tag name="KSO_WM_UNIT_LINE_FORE_SCHEMECOLOR_INDEX" val="5"/>
  <p:tag name="KSO_WM_UNIT_LINE_FILL_TYPE" val="2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4021_1*i*3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LINE_FORE_SCHEMECOLOR_INDEX_BRIGHTNESS" val="0.6"/>
  <p:tag name="KSO_WM_UNIT_LINE_FORE_SCHEMECOLOR_INDEX" val="5"/>
  <p:tag name="KSO_WM_UNIT_LINE_FILL_TYPE" val="2"/>
</p:tagLst>
</file>

<file path=ppt/tags/tag381.xml><?xml version="1.0" encoding="utf-8"?>
<p:tagLst xmlns:p="http://schemas.openxmlformats.org/presentationml/2006/main">
  <p:tag name="KSO_WM_UNIT_ISCONTENTS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4021_1*a*1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PRESET_TEXT" val="单击此处添加标题"/>
  <p:tag name="KSO_WM_UNIT_ISNUMDGMTITLE" val="0"/>
  <p:tag name="KSO_WM_UNIT_TEXT_FILL_FORE_SCHEMECOLOR_INDEX_BRIGHTNESS" val="0"/>
  <p:tag name="KSO_WM_UNIT_TEXT_FILL_FORE_SCHEMECOLOR_INDEX" val="14"/>
  <p:tag name="KSO_WM_UNIT_TEXT_FILL_TYPE" val="1"/>
</p:tagLst>
</file>

<file path=ppt/tags/tag382.xml><?xml version="1.0" encoding="utf-8"?>
<p:tagLst xmlns:p="http://schemas.openxmlformats.org/presentationml/2006/main"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4021_1*f*1"/>
  <p:tag name="KSO_WM_TEMPLATE_CATEGORY" val="diagram"/>
  <p:tag name="KSO_WM_TEMPLATE_INDEX" val="20204021"/>
  <p:tag name="KSO_WM_UNIT_LAYERLEVEL" val="1"/>
  <p:tag name="KSO_WM_TAG_VERSION" val="1.0"/>
  <p:tag name="KSO_WM_BEAUTIFY_FLAG" val="#wm#"/>
  <p:tag name="KSO_WM_UNIT_PRESET_TEXT" val="单击此处添加文本具体内容，简明扼要的阐述您的观点。根据需要可酌情增减文字，以便观者准确的理解您传达的思想。"/>
  <p:tag name="KSO_WM_UNIT_SUBTYPE" val="a"/>
  <p:tag name="KSO_WM_UNIT_TEXT_FILL_FORE_SCHEMECOLOR_INDEX_BRIGHTNESS" val="0"/>
  <p:tag name="KSO_WM_UNIT_TEXT_FILL_FORE_SCHEMECOLOR_INDEX" val="14"/>
  <p:tag name="KSO_WM_UNIT_TEXT_FILL_TYPE" val="1"/>
</p:tagLst>
</file>

<file path=ppt/tags/tag383.xml><?xml version="1.0" encoding="utf-8"?>
<p:tagLst xmlns:p="http://schemas.openxmlformats.org/presentationml/2006/main">
  <p:tag name="KSO_WM_BEAUTIFY_FLAG" val="#wm#"/>
  <p:tag name="KSO_WM_TEMPLATE_CATEGORY" val="diagram"/>
  <p:tag name="KSO_WM_TEMPLATE_INDEX" val="20204021"/>
  <p:tag name="KSO_WM_CHIP_INFOS" val="{&quot;layout_type&quot;:&quot;formiddle3&quot;,&quot;slide_type&quot;:[&quot;endPage&quot;],&quot;aspect_ratio&quot;:&quot;16:9&quot;}"/>
  <p:tag name="KSO_WM_CHIP_XID" val="5ec34a930ac41c4a0a525d3e"/>
  <p:tag name="KSO_WM_CHIP_FILLPROP" val="[[{&quot;fill_id&quot;:&quot;0fc8cb0b5be24332a6c5a6db9e174d8a&quot;,&quot;fill_align&quot;:&quot;cm&quot;,&quot;text_align&quot;:&quot;cm&quot;,&quot;text_direction&quot;:&quot;horizontal&quot;,&quot;chip_types&quot;:[&quot;text&quot;,&quot;header&quot;]}]]"/>
  <p:tag name="KSO_WM_SLIDE_ID" val="diagram2020402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60*426"/>
  <p:tag name="KSO_WM_SLIDE_POSITION" val="0*-2"/>
  <p:tag name="KSO_WM_TAG_VERSION" val="1.0"/>
  <p:tag name="KSO_WM_SLIDE_LAYOUT" val="a_f"/>
  <p:tag name="KSO_WM_SLIDE_LAYOUT_CNT" val="1_1"/>
  <p:tag name="KSO_WM_CHIP_GROUPID" val="5ebf6661ddc3daf3fef3f760"/>
  <p:tag name="KSO_WM_SLIDE_BK_DARK_LIGHT" val="2"/>
  <p:tag name="KSO_WM_SLIDE_BACKGROUND_TYPE" val="general"/>
  <p:tag name="KSO_WM_SLIDE_SUPPORT_FEATURE_TYPE" val="0"/>
  <p:tag name="KSO_WM_TEMPLATE_MASTER_THUMB_INDEX" val="13"/>
  <p:tag name="KSO_WM_TEMPLATE_ASSEMBLE_XID" val="5fa37381933986a28829d653"/>
  <p:tag name="KSO_WM_TEMPLATE_ASSEMBLE_GROUPID" val="5f8e8eec67ec5bfe25c15d28"/>
  <p:tag name="KSO_WM_TEMPLATE_THUMBS_INDEX" val="1、7、32、33、34、43"/>
</p:tagLst>
</file>

<file path=ppt/tags/tag384.xml><?xml version="1.0" encoding="utf-8"?>
<p:tagLst xmlns:p="http://schemas.openxmlformats.org/presentationml/2006/main">
  <p:tag name="COMMONDATA" val="eyJoZGlkIjoiYmExODlhYjk2ZGY1YzAyYzk1YWVjZjlhZWUyMDE1NzIifQ=="/>
  <p:tag name="KSO_WPP_MARK_KEY" val="8c4ca11b-888e-42d2-98c8-3c4d2a2f9d42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SM 预置配色-浅色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E8EEF2"/>
      </a:dk2>
      <a:lt2>
        <a:srgbClr val="F9FAFB"/>
      </a:lt2>
      <a:accent1>
        <a:srgbClr val="2B4663"/>
      </a:accent1>
      <a:accent2>
        <a:srgbClr val="5C7885"/>
      </a:accent2>
      <a:accent3>
        <a:srgbClr val="94ACBC"/>
      </a:accent3>
      <a:accent4>
        <a:srgbClr val="B9CAE1"/>
      </a:accent4>
      <a:accent5>
        <a:srgbClr val="97ABBD"/>
      </a:accent5>
      <a:accent6>
        <a:srgbClr val="3B606F"/>
      </a:accent6>
      <a:hlink>
        <a:srgbClr val="5FCBFB"/>
      </a:hlink>
      <a:folHlink>
        <a:srgbClr val="B759BC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3014</Words>
  <Application>WPS 演示</Application>
  <PresentationFormat/>
  <Paragraphs>189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汉仪旗黑-85S</vt:lpstr>
      <vt:lpstr>黑体</vt:lpstr>
      <vt:lpstr>Segoe UI</vt:lpstr>
      <vt:lpstr>Wingdings</vt:lpstr>
      <vt:lpstr>Georgia</vt:lpstr>
      <vt:lpstr>汉仪中宋简</vt:lpstr>
      <vt:lpstr>楷体</vt:lpstr>
      <vt:lpstr>Calibri</vt:lpstr>
      <vt:lpstr>Arial Unicode MS</vt:lpstr>
      <vt:lpstr>2_Office 主题​​</vt:lpstr>
      <vt:lpstr>1_Office 主题​​</vt:lpstr>
      <vt:lpstr>3_Office 主题​​</vt:lpstr>
      <vt:lpstr>文明经典复习档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文明经典复习档</dc:title>
  <dc:creator>zhangfan</dc:creator>
  <cp:lastModifiedBy>Zmr</cp:lastModifiedBy>
  <cp:revision>5</cp:revision>
  <dcterms:created xsi:type="dcterms:W3CDTF">2022-12-02T06:58:00Z</dcterms:created>
  <dcterms:modified xsi:type="dcterms:W3CDTF">2023-02-12T07:24:15Z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0DFA75689223423CA059DD770C5F7B1E</vt:lpwstr>
  </property>
</Properties>
</file>